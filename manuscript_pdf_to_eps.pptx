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2204700" cy="7056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5588" y="1154839"/>
            <a:ext cx="9153525" cy="2456686"/>
          </a:xfrm>
        </p:spPr>
        <p:txBody>
          <a:bodyPr anchor="b"/>
          <a:lstStyle>
            <a:lvl1pPr algn="ctr">
              <a:defRPr sz="60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5588" y="3706264"/>
            <a:ext cx="9153525" cy="1703672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657" indent="0" algn="ctr">
              <a:buNone/>
              <a:defRPr sz="2002"/>
            </a:lvl2pPr>
            <a:lvl3pPr marL="915314" indent="0" algn="ctr">
              <a:buNone/>
              <a:defRPr sz="1802"/>
            </a:lvl3pPr>
            <a:lvl4pPr marL="1372972" indent="0" algn="ctr">
              <a:buNone/>
              <a:defRPr sz="1602"/>
            </a:lvl4pPr>
            <a:lvl5pPr marL="1830629" indent="0" algn="ctr">
              <a:buNone/>
              <a:defRPr sz="1602"/>
            </a:lvl5pPr>
            <a:lvl6pPr marL="2288286" indent="0" algn="ctr">
              <a:buNone/>
              <a:defRPr sz="1602"/>
            </a:lvl6pPr>
            <a:lvl7pPr marL="2745943" indent="0" algn="ctr">
              <a:buNone/>
              <a:defRPr sz="1602"/>
            </a:lvl7pPr>
            <a:lvl8pPr marL="3203600" indent="0" algn="ctr">
              <a:buNone/>
              <a:defRPr sz="1602"/>
            </a:lvl8pPr>
            <a:lvl9pPr marL="3661258" indent="0" algn="ctr">
              <a:buNone/>
              <a:defRPr sz="160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33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47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716" y="1759210"/>
            <a:ext cx="10526554" cy="2935282"/>
          </a:xfrm>
        </p:spPr>
        <p:txBody>
          <a:bodyPr anchor="b"/>
          <a:lstStyle>
            <a:lvl1pPr>
              <a:defRPr sz="60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716" y="4722261"/>
            <a:ext cx="10526554" cy="1543595"/>
          </a:xfrm>
        </p:spPr>
        <p:txBody>
          <a:bodyPr/>
          <a:lstStyle>
            <a:lvl1pPr marL="0" indent="0">
              <a:buNone/>
              <a:defRPr sz="2402">
                <a:solidFill>
                  <a:schemeClr val="tx1">
                    <a:tint val="82000"/>
                  </a:schemeClr>
                </a:solidFill>
              </a:defRPr>
            </a:lvl1pPr>
            <a:lvl2pPr marL="457657" indent="0">
              <a:buNone/>
              <a:defRPr sz="2002">
                <a:solidFill>
                  <a:schemeClr val="tx1">
                    <a:tint val="82000"/>
                  </a:schemeClr>
                </a:solidFill>
              </a:defRPr>
            </a:lvl2pPr>
            <a:lvl3pPr marL="915314" indent="0">
              <a:buNone/>
              <a:defRPr sz="1802">
                <a:solidFill>
                  <a:schemeClr val="tx1">
                    <a:tint val="82000"/>
                  </a:schemeClr>
                </a:solidFill>
              </a:defRPr>
            </a:lvl3pPr>
            <a:lvl4pPr marL="1372972" indent="0">
              <a:buNone/>
              <a:defRPr sz="1602">
                <a:solidFill>
                  <a:schemeClr val="tx1">
                    <a:tint val="82000"/>
                  </a:schemeClr>
                </a:solidFill>
              </a:defRPr>
            </a:lvl4pPr>
            <a:lvl5pPr marL="1830629" indent="0">
              <a:buNone/>
              <a:defRPr sz="1602">
                <a:solidFill>
                  <a:schemeClr val="tx1">
                    <a:tint val="82000"/>
                  </a:schemeClr>
                </a:solidFill>
              </a:defRPr>
            </a:lvl5pPr>
            <a:lvl6pPr marL="2288286" indent="0">
              <a:buNone/>
              <a:defRPr sz="1602">
                <a:solidFill>
                  <a:schemeClr val="tx1">
                    <a:tint val="82000"/>
                  </a:schemeClr>
                </a:solidFill>
              </a:defRPr>
            </a:lvl6pPr>
            <a:lvl7pPr marL="2745943" indent="0">
              <a:buNone/>
              <a:defRPr sz="1602">
                <a:solidFill>
                  <a:schemeClr val="tx1">
                    <a:tint val="82000"/>
                  </a:schemeClr>
                </a:solidFill>
              </a:defRPr>
            </a:lvl7pPr>
            <a:lvl8pPr marL="3203600" indent="0">
              <a:buNone/>
              <a:defRPr sz="1602">
                <a:solidFill>
                  <a:schemeClr val="tx1">
                    <a:tint val="82000"/>
                  </a:schemeClr>
                </a:solidFill>
              </a:defRPr>
            </a:lvl8pPr>
            <a:lvl9pPr marL="3661258" indent="0">
              <a:buNone/>
              <a:defRPr sz="160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42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9073" y="1878450"/>
            <a:ext cx="5186998" cy="4477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8629" y="1878450"/>
            <a:ext cx="5186998" cy="4477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83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63" y="375690"/>
            <a:ext cx="10526554" cy="13639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663" y="1729808"/>
            <a:ext cx="5163160" cy="847752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657" indent="0">
              <a:buNone/>
              <a:defRPr sz="2002" b="1"/>
            </a:lvl2pPr>
            <a:lvl3pPr marL="915314" indent="0">
              <a:buNone/>
              <a:defRPr sz="1802" b="1"/>
            </a:lvl3pPr>
            <a:lvl4pPr marL="1372972" indent="0">
              <a:buNone/>
              <a:defRPr sz="1602" b="1"/>
            </a:lvl4pPr>
            <a:lvl5pPr marL="1830629" indent="0">
              <a:buNone/>
              <a:defRPr sz="1602" b="1"/>
            </a:lvl5pPr>
            <a:lvl6pPr marL="2288286" indent="0">
              <a:buNone/>
              <a:defRPr sz="1602" b="1"/>
            </a:lvl6pPr>
            <a:lvl7pPr marL="2745943" indent="0">
              <a:buNone/>
              <a:defRPr sz="1602" b="1"/>
            </a:lvl7pPr>
            <a:lvl8pPr marL="3203600" indent="0">
              <a:buNone/>
              <a:defRPr sz="1602" b="1"/>
            </a:lvl8pPr>
            <a:lvl9pPr marL="3661258" indent="0">
              <a:buNone/>
              <a:defRPr sz="16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663" y="2577560"/>
            <a:ext cx="5163160" cy="3791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8629" y="1729808"/>
            <a:ext cx="5188587" cy="847752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657" indent="0">
              <a:buNone/>
              <a:defRPr sz="2002" b="1"/>
            </a:lvl2pPr>
            <a:lvl3pPr marL="915314" indent="0">
              <a:buNone/>
              <a:defRPr sz="1802" b="1"/>
            </a:lvl3pPr>
            <a:lvl4pPr marL="1372972" indent="0">
              <a:buNone/>
              <a:defRPr sz="1602" b="1"/>
            </a:lvl4pPr>
            <a:lvl5pPr marL="1830629" indent="0">
              <a:buNone/>
              <a:defRPr sz="1602" b="1"/>
            </a:lvl5pPr>
            <a:lvl6pPr marL="2288286" indent="0">
              <a:buNone/>
              <a:defRPr sz="1602" b="1"/>
            </a:lvl6pPr>
            <a:lvl7pPr marL="2745943" indent="0">
              <a:buNone/>
              <a:defRPr sz="1602" b="1"/>
            </a:lvl7pPr>
            <a:lvl8pPr marL="3203600" indent="0">
              <a:buNone/>
              <a:defRPr sz="1602" b="1"/>
            </a:lvl8pPr>
            <a:lvl9pPr marL="3661258" indent="0">
              <a:buNone/>
              <a:defRPr sz="16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8629" y="2577560"/>
            <a:ext cx="5188587" cy="3791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95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73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60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63" y="470429"/>
            <a:ext cx="3936333" cy="1646502"/>
          </a:xfrm>
        </p:spPr>
        <p:txBody>
          <a:bodyPr anchor="b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8587" y="1015997"/>
            <a:ext cx="6178629" cy="5014645"/>
          </a:xfrm>
        </p:spPr>
        <p:txBody>
          <a:bodyPr/>
          <a:lstStyle>
            <a:lvl1pPr>
              <a:defRPr sz="3203"/>
            </a:lvl1pPr>
            <a:lvl2pPr>
              <a:defRPr sz="2803"/>
            </a:lvl2pPr>
            <a:lvl3pPr>
              <a:defRPr sz="2402"/>
            </a:lvl3pPr>
            <a:lvl4pPr>
              <a:defRPr sz="2002"/>
            </a:lvl4pPr>
            <a:lvl5pPr>
              <a:defRPr sz="2002"/>
            </a:lvl5pPr>
            <a:lvl6pPr>
              <a:defRPr sz="2002"/>
            </a:lvl6pPr>
            <a:lvl7pPr>
              <a:defRPr sz="2002"/>
            </a:lvl7pPr>
            <a:lvl8pPr>
              <a:defRPr sz="2002"/>
            </a:lvl8pPr>
            <a:lvl9pPr>
              <a:defRPr sz="20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663" y="2116932"/>
            <a:ext cx="3936333" cy="3921877"/>
          </a:xfrm>
        </p:spPr>
        <p:txBody>
          <a:bodyPr/>
          <a:lstStyle>
            <a:lvl1pPr marL="0" indent="0">
              <a:buNone/>
              <a:defRPr sz="1602"/>
            </a:lvl1pPr>
            <a:lvl2pPr marL="457657" indent="0">
              <a:buNone/>
              <a:defRPr sz="1401"/>
            </a:lvl2pPr>
            <a:lvl3pPr marL="915314" indent="0">
              <a:buNone/>
              <a:defRPr sz="1201"/>
            </a:lvl3pPr>
            <a:lvl4pPr marL="1372972" indent="0">
              <a:buNone/>
              <a:defRPr sz="1001"/>
            </a:lvl4pPr>
            <a:lvl5pPr marL="1830629" indent="0">
              <a:buNone/>
              <a:defRPr sz="1001"/>
            </a:lvl5pPr>
            <a:lvl6pPr marL="2288286" indent="0">
              <a:buNone/>
              <a:defRPr sz="1001"/>
            </a:lvl6pPr>
            <a:lvl7pPr marL="2745943" indent="0">
              <a:buNone/>
              <a:defRPr sz="1001"/>
            </a:lvl7pPr>
            <a:lvl8pPr marL="3203600" indent="0">
              <a:buNone/>
              <a:defRPr sz="1001"/>
            </a:lvl8pPr>
            <a:lvl9pPr marL="3661258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827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63" y="470429"/>
            <a:ext cx="3936333" cy="1646502"/>
          </a:xfrm>
        </p:spPr>
        <p:txBody>
          <a:bodyPr anchor="b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8587" y="1015997"/>
            <a:ext cx="6178629" cy="5014645"/>
          </a:xfrm>
        </p:spPr>
        <p:txBody>
          <a:bodyPr anchor="t"/>
          <a:lstStyle>
            <a:lvl1pPr marL="0" indent="0">
              <a:buNone/>
              <a:defRPr sz="3203"/>
            </a:lvl1pPr>
            <a:lvl2pPr marL="457657" indent="0">
              <a:buNone/>
              <a:defRPr sz="2803"/>
            </a:lvl2pPr>
            <a:lvl3pPr marL="915314" indent="0">
              <a:buNone/>
              <a:defRPr sz="2402"/>
            </a:lvl3pPr>
            <a:lvl4pPr marL="1372972" indent="0">
              <a:buNone/>
              <a:defRPr sz="2002"/>
            </a:lvl4pPr>
            <a:lvl5pPr marL="1830629" indent="0">
              <a:buNone/>
              <a:defRPr sz="2002"/>
            </a:lvl5pPr>
            <a:lvl6pPr marL="2288286" indent="0">
              <a:buNone/>
              <a:defRPr sz="2002"/>
            </a:lvl6pPr>
            <a:lvl7pPr marL="2745943" indent="0">
              <a:buNone/>
              <a:defRPr sz="2002"/>
            </a:lvl7pPr>
            <a:lvl8pPr marL="3203600" indent="0">
              <a:buNone/>
              <a:defRPr sz="2002"/>
            </a:lvl8pPr>
            <a:lvl9pPr marL="3661258" indent="0">
              <a:buNone/>
              <a:defRPr sz="20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663" y="2116932"/>
            <a:ext cx="3936333" cy="3921877"/>
          </a:xfrm>
        </p:spPr>
        <p:txBody>
          <a:bodyPr/>
          <a:lstStyle>
            <a:lvl1pPr marL="0" indent="0">
              <a:buNone/>
              <a:defRPr sz="1602"/>
            </a:lvl1pPr>
            <a:lvl2pPr marL="457657" indent="0">
              <a:buNone/>
              <a:defRPr sz="1401"/>
            </a:lvl2pPr>
            <a:lvl3pPr marL="915314" indent="0">
              <a:buNone/>
              <a:defRPr sz="1201"/>
            </a:lvl3pPr>
            <a:lvl4pPr marL="1372972" indent="0">
              <a:buNone/>
              <a:defRPr sz="1001"/>
            </a:lvl4pPr>
            <a:lvl5pPr marL="1830629" indent="0">
              <a:buNone/>
              <a:defRPr sz="1001"/>
            </a:lvl5pPr>
            <a:lvl6pPr marL="2288286" indent="0">
              <a:buNone/>
              <a:defRPr sz="1001"/>
            </a:lvl6pPr>
            <a:lvl7pPr marL="2745943" indent="0">
              <a:buNone/>
              <a:defRPr sz="1001"/>
            </a:lvl7pPr>
            <a:lvl8pPr marL="3203600" indent="0">
              <a:buNone/>
              <a:defRPr sz="1001"/>
            </a:lvl8pPr>
            <a:lvl9pPr marL="3661258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19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87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3989" y="375690"/>
            <a:ext cx="2631638" cy="59800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9073" y="375690"/>
            <a:ext cx="7742357" cy="59800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54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9073" y="375690"/>
            <a:ext cx="10526554" cy="13639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073" y="1878450"/>
            <a:ext cx="10526554" cy="4477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9073" y="6540273"/>
            <a:ext cx="2746058" cy="375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87223-6530-4754-87FE-36FF86923343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42807" y="6540273"/>
            <a:ext cx="4119086" cy="375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9569" y="6540273"/>
            <a:ext cx="2746058" cy="375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84899-CB72-46CD-B5AA-128A217EBA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34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5314" rtl="0" eaLnBrk="1" latinLnBrk="0" hangingPunct="1">
        <a:lnSpc>
          <a:spcPct val="90000"/>
        </a:lnSpc>
        <a:spcBef>
          <a:spcPct val="0"/>
        </a:spcBef>
        <a:buNone/>
        <a:defRPr sz="44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829" indent="-228829" algn="l" defTabSz="915314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3" kern="1200">
          <a:solidFill>
            <a:schemeClr val="tx1"/>
          </a:solidFill>
          <a:latin typeface="+mn-lt"/>
          <a:ea typeface="+mn-ea"/>
          <a:cs typeface="+mn-cs"/>
        </a:defRPr>
      </a:lvl1pPr>
      <a:lvl2pPr marL="686486" indent="-228829" algn="l" defTabSz="91531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2pPr>
      <a:lvl3pPr marL="1144143" indent="-228829" algn="l" defTabSz="91531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601800" indent="-228829" algn="l" defTabSz="91531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4pPr>
      <a:lvl5pPr marL="2059457" indent="-228829" algn="l" defTabSz="91531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5pPr>
      <a:lvl6pPr marL="2517115" indent="-228829" algn="l" defTabSz="91531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6pPr>
      <a:lvl7pPr marL="2974772" indent="-228829" algn="l" defTabSz="91531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7pPr>
      <a:lvl8pPr marL="3432429" indent="-228829" algn="l" defTabSz="91531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8pPr>
      <a:lvl9pPr marL="3890086" indent="-228829" algn="l" defTabSz="91531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5314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1pPr>
      <a:lvl2pPr marL="457657" algn="l" defTabSz="915314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2pPr>
      <a:lvl3pPr marL="915314" algn="l" defTabSz="915314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372972" algn="l" defTabSz="915314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4pPr>
      <a:lvl5pPr marL="1830629" algn="l" defTabSz="915314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5pPr>
      <a:lvl6pPr marL="2288286" algn="l" defTabSz="915314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6pPr>
      <a:lvl7pPr marL="2745943" algn="l" defTabSz="915314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7pPr>
      <a:lvl8pPr marL="3203600" algn="l" defTabSz="915314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8pPr>
      <a:lvl9pPr marL="3661258" algn="l" defTabSz="915314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.png"/><Relationship Id="rId5" Type="http://schemas.openxmlformats.org/officeDocument/2006/relationships/image" Target="../media/image34.png"/><Relationship Id="rId10" Type="http://schemas.openxmlformats.org/officeDocument/2006/relationships/image" Target="../media/image3.png"/><Relationship Id="rId4" Type="http://schemas.openxmlformats.org/officeDocument/2006/relationships/image" Target="../media/image33.png"/><Relationship Id="rId9" Type="http://schemas.openxmlformats.org/officeDocument/2006/relationships/image" Target="../media/image2.pn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65255E-A2C3-416C-F2AF-DD797DA6D449}"/>
              </a:ext>
            </a:extLst>
          </p:cNvPr>
          <p:cNvGrpSpPr/>
          <p:nvPr/>
        </p:nvGrpSpPr>
        <p:grpSpPr>
          <a:xfrm>
            <a:off x="81103" y="113387"/>
            <a:ext cx="6669369" cy="6891727"/>
            <a:chOff x="1632112" y="395203"/>
            <a:chExt cx="5548547" cy="573353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403136-FEA2-7CAF-8FA8-BCB8DD8C7BDD}"/>
                </a:ext>
              </a:extLst>
            </p:cNvPr>
            <p:cNvSpPr/>
            <p:nvPr/>
          </p:nvSpPr>
          <p:spPr>
            <a:xfrm>
              <a:off x="2900759" y="2922179"/>
              <a:ext cx="4279900" cy="2730500"/>
            </a:xfrm>
            <a:custGeom>
              <a:avLst/>
              <a:gdLst>
                <a:gd name="connsiteX0" fmla="*/ 1441450 w 4279900"/>
                <a:gd name="connsiteY0" fmla="*/ 2730500 h 2730500"/>
                <a:gd name="connsiteX1" fmla="*/ 4279900 w 4279900"/>
                <a:gd name="connsiteY1" fmla="*/ 1530350 h 2730500"/>
                <a:gd name="connsiteX2" fmla="*/ 2705100 w 4279900"/>
                <a:gd name="connsiteY2" fmla="*/ 0 h 2730500"/>
                <a:gd name="connsiteX3" fmla="*/ 0 w 4279900"/>
                <a:gd name="connsiteY3" fmla="*/ 1060450 h 2730500"/>
                <a:gd name="connsiteX4" fmla="*/ 1441450 w 4279900"/>
                <a:gd name="connsiteY4" fmla="*/ 2730500 h 273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900" h="2730500">
                  <a:moveTo>
                    <a:pt x="1441450" y="2730500"/>
                  </a:moveTo>
                  <a:lnTo>
                    <a:pt x="4279900" y="1530350"/>
                  </a:lnTo>
                  <a:lnTo>
                    <a:pt x="2705100" y="0"/>
                  </a:lnTo>
                  <a:lnTo>
                    <a:pt x="0" y="1060450"/>
                  </a:lnTo>
                  <a:lnTo>
                    <a:pt x="1441450" y="27305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43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CA5147B-C15F-B6C9-EE8E-7F0A6931BEA5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05" y="3062174"/>
              <a:ext cx="1411093" cy="138067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97063EA-58BE-912D-76FA-997DBAACB1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5866" y="4457500"/>
              <a:ext cx="2458732" cy="10337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6B14828-D59D-CCEE-A772-C329CBB1F12C}"/>
                </a:ext>
              </a:extLst>
            </p:cNvPr>
            <p:cNvSpPr/>
            <p:nvPr/>
          </p:nvSpPr>
          <p:spPr>
            <a:xfrm>
              <a:off x="1637404" y="802756"/>
              <a:ext cx="3864935" cy="3168502"/>
            </a:xfrm>
            <a:custGeom>
              <a:avLst/>
              <a:gdLst>
                <a:gd name="connsiteX0" fmla="*/ 0 w 3864935"/>
                <a:gd name="connsiteY0" fmla="*/ 903767 h 3168502"/>
                <a:gd name="connsiteX1" fmla="*/ 1238693 w 3864935"/>
                <a:gd name="connsiteY1" fmla="*/ 3168502 h 3168502"/>
                <a:gd name="connsiteX2" fmla="*/ 3864935 w 3864935"/>
                <a:gd name="connsiteY2" fmla="*/ 2169042 h 3168502"/>
                <a:gd name="connsiteX3" fmla="*/ 2791047 w 3864935"/>
                <a:gd name="connsiteY3" fmla="*/ 0 h 3168502"/>
                <a:gd name="connsiteX4" fmla="*/ 0 w 3864935"/>
                <a:gd name="connsiteY4" fmla="*/ 903767 h 316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935" h="3168502">
                  <a:moveTo>
                    <a:pt x="0" y="903767"/>
                  </a:moveTo>
                  <a:lnTo>
                    <a:pt x="1238693" y="3168502"/>
                  </a:lnTo>
                  <a:lnTo>
                    <a:pt x="3864935" y="2169042"/>
                  </a:lnTo>
                  <a:lnTo>
                    <a:pt x="2791047" y="0"/>
                  </a:lnTo>
                  <a:lnTo>
                    <a:pt x="0" y="9037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43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47C1533-67BD-E535-9DB2-ECD9C7241A28}"/>
                </a:ext>
              </a:extLst>
            </p:cNvPr>
            <p:cNvCxnSpPr>
              <a:cxnSpLocks/>
            </p:cNvCxnSpPr>
            <p:nvPr/>
          </p:nvCxnSpPr>
          <p:spPr>
            <a:xfrm>
              <a:off x="1632112" y="1690519"/>
              <a:ext cx="1076615" cy="19759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71319D0-F159-ED58-F305-3D577C061E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4609" y="937147"/>
              <a:ext cx="2394722" cy="75409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4E6180B-D61F-DAA6-58CF-E844B7717617}"/>
                </a:ext>
              </a:extLst>
            </p:cNvPr>
            <p:cNvSpPr/>
            <p:nvPr/>
          </p:nvSpPr>
          <p:spPr>
            <a:xfrm>
              <a:off x="2436112" y="352728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242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62A90B3-4532-300C-281F-D570341C7C3E}"/>
                </a:ext>
              </a:extLst>
            </p:cNvPr>
            <p:cNvSpPr/>
            <p:nvPr/>
          </p:nvSpPr>
          <p:spPr>
            <a:xfrm>
              <a:off x="4052263" y="39520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242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381EAFA-4B82-7750-9BF8-DDAD8676F0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8784" y="4166779"/>
              <a:ext cx="1156760" cy="1282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698FABC-62CC-E360-E413-62BC8D2B4F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8306" y="3062174"/>
              <a:ext cx="1997151" cy="765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Subtitle 2">
                  <a:extLst>
                    <a:ext uri="{FF2B5EF4-FFF2-40B4-BE49-F238E27FC236}">
                      <a16:creationId xmlns:a16="http://schemas.microsoft.com/office/drawing/2014/main" id="{4250AA0C-4642-E861-528A-F4DD2D8492B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BB880785-6E13-A3DA-A883-7B12D577D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E7D3CA82-8418-A2FB-8404-99EA519216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503DB8C4-4EE7-D314-B008-7DCAFEDAD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Subtitle 2">
                  <a:extLst>
                    <a:ext uri="{FF2B5EF4-FFF2-40B4-BE49-F238E27FC236}">
                      <a16:creationId xmlns:a16="http://schemas.microsoft.com/office/drawing/2014/main" id="{0A5021FB-98CF-6CB1-45E6-A81C96F0927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4E36DE15-0954-1B72-F97D-B32293E63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165B0E94-9B29-48F6-E244-2886130E5350}"/>
                </a:ext>
              </a:extLst>
            </p:cNvPr>
            <p:cNvSpPr/>
            <p:nvPr/>
          </p:nvSpPr>
          <p:spPr>
            <a:xfrm rot="2867929">
              <a:off x="2671765" y="3619740"/>
              <a:ext cx="940508" cy="919528"/>
            </a:xfrm>
            <a:prstGeom prst="arc">
              <a:avLst>
                <a:gd name="adj1" fmla="val 16128584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14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Subtitle 2">
                  <a:extLst>
                    <a:ext uri="{FF2B5EF4-FFF2-40B4-BE49-F238E27FC236}">
                      <a16:creationId xmlns:a16="http://schemas.microsoft.com/office/drawing/2014/main" id="{3D90951D-BBE0-8363-5396-A7DC19F9B88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07995" y="386522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9FFD92EB-3A89-F9AC-06AD-6479E7202B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995" y="3865224"/>
                  <a:ext cx="1866114" cy="9163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A3FDDD74-86F5-4571-E986-D87CA97B7869}"/>
                </a:ext>
              </a:extLst>
            </p:cNvPr>
            <p:cNvSpPr/>
            <p:nvPr/>
          </p:nvSpPr>
          <p:spPr>
            <a:xfrm rot="15035647">
              <a:off x="4890570" y="2326679"/>
              <a:ext cx="1273245" cy="1221806"/>
            </a:xfrm>
            <a:prstGeom prst="arc">
              <a:avLst>
                <a:gd name="adj1" fmla="val 16007578"/>
                <a:gd name="adj2" fmla="val 2101760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14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Subtitle 2">
                  <a:extLst>
                    <a:ext uri="{FF2B5EF4-FFF2-40B4-BE49-F238E27FC236}">
                      <a16:creationId xmlns:a16="http://schemas.microsoft.com/office/drawing/2014/main" id="{5095D6CC-C509-0832-496A-759528E1391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00874" y="233995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08A90FC0-A29F-11F5-FC14-C9B3E8A19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0874" y="2339950"/>
                  <a:ext cx="1866114" cy="9163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C9C777DA-0CBE-5117-82AE-468708BB8618}"/>
                </a:ext>
              </a:extLst>
            </p:cNvPr>
            <p:cNvSpPr/>
            <p:nvPr/>
          </p:nvSpPr>
          <p:spPr>
            <a:xfrm rot="3501791">
              <a:off x="4326842" y="2037158"/>
              <a:ext cx="1844210" cy="1844209"/>
            </a:xfrm>
            <a:prstGeom prst="arc">
              <a:avLst>
                <a:gd name="adj1" fmla="val 12027116"/>
                <a:gd name="adj2" fmla="val 20150553"/>
              </a:avLst>
            </a:prstGeom>
            <a:noFill/>
            <a:ln w="444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143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Subtitle 2">
                  <a:extLst>
                    <a:ext uri="{FF2B5EF4-FFF2-40B4-BE49-F238E27FC236}">
                      <a16:creationId xmlns:a16="http://schemas.microsoft.com/office/drawing/2014/main" id="{20406EC2-C5DD-A3E3-5189-980485EA044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712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99A9C227-842E-570C-F83C-14C83EFEF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E081CCF-A18A-CE64-8CB8-1D6F1F23034E}"/>
                </a:ext>
              </a:extLst>
            </p:cNvPr>
            <p:cNvSpPr/>
            <p:nvPr/>
          </p:nvSpPr>
          <p:spPr>
            <a:xfrm>
              <a:off x="3967357" y="5198522"/>
              <a:ext cx="874146" cy="930217"/>
            </a:xfrm>
            <a:prstGeom prst="ellipse">
              <a:avLst/>
            </a:prstGeom>
            <a:solidFill>
              <a:srgbClr val="F2F2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242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247F852-C1B8-A37A-4E42-1B0FAFB83554}"/>
                </a:ext>
              </a:extLst>
            </p:cNvPr>
            <p:cNvCxnSpPr>
              <a:cxnSpLocks/>
            </p:cNvCxnSpPr>
            <p:nvPr/>
          </p:nvCxnSpPr>
          <p:spPr>
            <a:xfrm>
              <a:off x="4618425" y="1202795"/>
              <a:ext cx="725589" cy="14179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6AF7AEA-C41B-0315-DBEA-57A33DE988A0}"/>
                </a:ext>
              </a:extLst>
            </p:cNvPr>
            <p:cNvSpPr/>
            <p:nvPr/>
          </p:nvSpPr>
          <p:spPr>
            <a:xfrm>
              <a:off x="5048930" y="2455932"/>
              <a:ext cx="874146" cy="930217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242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2CA352F-A7D5-2F0F-FE7A-EDD8371878AB}"/>
              </a:ext>
            </a:extLst>
          </p:cNvPr>
          <p:cNvGrpSpPr/>
          <p:nvPr/>
        </p:nvGrpSpPr>
        <p:grpSpPr>
          <a:xfrm>
            <a:off x="6527100" y="138205"/>
            <a:ext cx="5573715" cy="6803832"/>
            <a:chOff x="6140788" y="491869"/>
            <a:chExt cx="4394054" cy="5473081"/>
          </a:xfrm>
        </p:grpSpPr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B1D10104-6086-DD7B-1640-EE762AA35DA4}"/>
                </a:ext>
              </a:extLst>
            </p:cNvPr>
            <p:cNvSpPr/>
            <p:nvPr/>
          </p:nvSpPr>
          <p:spPr>
            <a:xfrm rot="1464654">
              <a:off x="8117748" y="1711256"/>
              <a:ext cx="1004435" cy="1264837"/>
            </a:xfrm>
            <a:prstGeom prst="arc">
              <a:avLst>
                <a:gd name="adj1" fmla="val 18272090"/>
                <a:gd name="adj2" fmla="val 411036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143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6ACA44D-E2DD-8FFB-17ED-BB096CC19B36}"/>
                    </a:ext>
                  </a:extLst>
                </p:cNvPr>
                <p:cNvSpPr txBox="1"/>
                <p:nvPr/>
              </p:nvSpPr>
              <p:spPr>
                <a:xfrm>
                  <a:off x="8636268" y="728140"/>
                  <a:ext cx="651910" cy="14528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712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𝜌</m:t>
                        </m:r>
                      </m:oMath>
                    </m:oMathPara>
                  </a14:m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6ACA44D-E2DD-8FFB-17ED-BB096CC19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6268" y="728140"/>
                  <a:ext cx="651910" cy="145282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34AEB16-5170-B3E6-5CE8-810FD0E1851E}"/>
                    </a:ext>
                  </a:extLst>
                </p:cNvPr>
                <p:cNvSpPr txBox="1"/>
                <p:nvPr/>
              </p:nvSpPr>
              <p:spPr>
                <a:xfrm>
                  <a:off x="8362257" y="4379425"/>
                  <a:ext cx="651910" cy="9933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712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34AEB16-5170-B3E6-5CE8-810FD0E18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2257" y="4379425"/>
                  <a:ext cx="651910" cy="99330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EE7C292-66EF-EC35-B577-89C8E76289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4385" y="4138287"/>
              <a:ext cx="958999" cy="869355"/>
            </a:xfrm>
            <a:prstGeom prst="line">
              <a:avLst/>
            </a:prstGeom>
            <a:ln w="317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DB87E1C-A76F-8518-D661-87D2C373E2E6}"/>
                </a:ext>
              </a:extLst>
            </p:cNvPr>
            <p:cNvSpPr/>
            <p:nvPr/>
          </p:nvSpPr>
          <p:spPr>
            <a:xfrm>
              <a:off x="6771864" y="5141413"/>
              <a:ext cx="694454" cy="72181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242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646436E-D1C7-06E4-9226-8E05F8A5B5A3}"/>
                </a:ext>
              </a:extLst>
            </p:cNvPr>
            <p:cNvCxnSpPr>
              <a:cxnSpLocks/>
              <a:stCxn id="48" idx="4"/>
              <a:endCxn id="51" idx="0"/>
            </p:cNvCxnSpPr>
            <p:nvPr/>
          </p:nvCxnSpPr>
          <p:spPr>
            <a:xfrm>
              <a:off x="8602246" y="2684050"/>
              <a:ext cx="0" cy="10891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AC4612B-BFB9-9F1E-A344-F31A0CD04EFA}"/>
                </a:ext>
              </a:extLst>
            </p:cNvPr>
            <p:cNvCxnSpPr>
              <a:cxnSpLocks/>
              <a:stCxn id="51" idx="3"/>
              <a:endCxn id="32" idx="7"/>
            </p:cNvCxnSpPr>
            <p:nvPr/>
          </p:nvCxnSpPr>
          <p:spPr>
            <a:xfrm flipH="1">
              <a:off x="7364618" y="4351596"/>
              <a:ext cx="1007142" cy="89552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D1222FE-B1D5-5B7A-540F-9FFE309C9A98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>
              <a:off x="8594385" y="796290"/>
              <a:ext cx="0" cy="1227173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D23F6B1-B76E-B275-8116-9FF6EFD8F9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6191" y="4077655"/>
              <a:ext cx="2365083" cy="1083565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8030352-972C-BEBA-4668-760B88F7E68F}"/>
                </a:ext>
              </a:extLst>
            </p:cNvPr>
            <p:cNvSpPr txBox="1"/>
            <p:nvPr/>
          </p:nvSpPr>
          <p:spPr>
            <a:xfrm>
              <a:off x="7606422" y="2156801"/>
              <a:ext cx="651911" cy="599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242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023B639-5E9D-0260-8BE9-A644D28BD5FD}"/>
                </a:ext>
              </a:extLst>
            </p:cNvPr>
            <p:cNvSpPr txBox="1"/>
            <p:nvPr/>
          </p:nvSpPr>
          <p:spPr>
            <a:xfrm>
              <a:off x="7383518" y="5365551"/>
              <a:ext cx="651911" cy="599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242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7A9F84A-EE20-2036-4D91-251AAA460739}"/>
                </a:ext>
              </a:extLst>
            </p:cNvPr>
            <p:cNvSpPr txBox="1"/>
            <p:nvPr/>
          </p:nvSpPr>
          <p:spPr>
            <a:xfrm>
              <a:off x="8765223" y="3576742"/>
              <a:ext cx="651911" cy="599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242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25DB3BC-3D5E-A73C-2EFF-8FA7CEFD94CD}"/>
                </a:ext>
              </a:extLst>
            </p:cNvPr>
            <p:cNvSpPr txBox="1"/>
            <p:nvPr/>
          </p:nvSpPr>
          <p:spPr>
            <a:xfrm>
              <a:off x="9705802" y="1472880"/>
              <a:ext cx="651911" cy="599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242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E1A6401-8708-AF97-2A45-96ACC742ECE3}"/>
                    </a:ext>
                  </a:extLst>
                </p:cNvPr>
                <p:cNvSpPr txBox="1"/>
                <p:nvPr/>
              </p:nvSpPr>
              <p:spPr>
                <a:xfrm>
                  <a:off x="8087929" y="491869"/>
                  <a:ext cx="651911" cy="5337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712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sz="424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E1A6401-8708-AF97-2A45-96ACC742E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7929" y="491869"/>
                  <a:ext cx="651911" cy="53379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893FB7A-B4B3-5D83-8D47-F355885EC2C3}"/>
                    </a:ext>
                  </a:extLst>
                </p:cNvPr>
                <p:cNvSpPr txBox="1"/>
                <p:nvPr/>
              </p:nvSpPr>
              <p:spPr>
                <a:xfrm>
                  <a:off x="6140788" y="5016944"/>
                  <a:ext cx="651911" cy="5501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844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oMath>
                    </m:oMathPara>
                  </a14:m>
                  <a:endParaRPr lang="en-US" sz="3844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893FB7A-B4B3-5D83-8D47-F355885EC2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0788" y="5016944"/>
                  <a:ext cx="651911" cy="55014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FEDD88-8EF7-F6B3-8D6C-FB288D2FA0DC}"/>
                    </a:ext>
                  </a:extLst>
                </p:cNvPr>
                <p:cNvSpPr txBox="1"/>
                <p:nvPr/>
              </p:nvSpPr>
              <p:spPr>
                <a:xfrm>
                  <a:off x="9882931" y="4873468"/>
                  <a:ext cx="651911" cy="5337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712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𝑦</m:t>
                        </m:r>
                      </m:oMath>
                    </m:oMathPara>
                  </a14:m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FEDD88-8EF7-F6B3-8D6C-FB288D2FA0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2931" y="4873468"/>
                  <a:ext cx="651911" cy="53379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E7628DA-FE9B-78F4-D704-F6B6E421255F}"/>
                    </a:ext>
                  </a:extLst>
                </p:cNvPr>
                <p:cNvSpPr txBox="1"/>
                <p:nvPr/>
              </p:nvSpPr>
              <p:spPr>
                <a:xfrm>
                  <a:off x="7444593" y="2690594"/>
                  <a:ext cx="651910" cy="1058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3977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977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977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977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977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E7628DA-FE9B-78F4-D704-F6B6E4212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593" y="2690594"/>
                  <a:ext cx="651910" cy="105891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B70544F-BC5B-36BE-C0A6-CEED8343FCAB}"/>
                    </a:ext>
                  </a:extLst>
                </p:cNvPr>
                <p:cNvSpPr txBox="1"/>
                <p:nvPr/>
              </p:nvSpPr>
              <p:spPr>
                <a:xfrm>
                  <a:off x="8870317" y="2148388"/>
                  <a:ext cx="651910" cy="14528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712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3712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B70544F-BC5B-36BE-C0A6-CEED8343F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0317" y="2148388"/>
                  <a:ext cx="651910" cy="145282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812829ED-39E3-8DF2-79B4-F779D4243200}"/>
                </a:ext>
              </a:extLst>
            </p:cNvPr>
            <p:cNvSpPr/>
            <p:nvPr/>
          </p:nvSpPr>
          <p:spPr>
            <a:xfrm rot="12710248">
              <a:off x="7967523" y="3419054"/>
              <a:ext cx="1004435" cy="1264837"/>
            </a:xfrm>
            <a:prstGeom prst="arc">
              <a:avLst>
                <a:gd name="adj1" fmla="val 16437855"/>
                <a:gd name="adj2" fmla="val 411036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143"/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E288B5F2-01E5-D9CF-DBC2-B7FFA9A15DEF}"/>
                </a:ext>
              </a:extLst>
            </p:cNvPr>
            <p:cNvSpPr/>
            <p:nvPr/>
          </p:nvSpPr>
          <p:spPr>
            <a:xfrm rot="20664648">
              <a:off x="8278629" y="1700373"/>
              <a:ext cx="834394" cy="862241"/>
            </a:xfrm>
            <a:prstGeom prst="arc">
              <a:avLst>
                <a:gd name="adj1" fmla="val 16329475"/>
                <a:gd name="adj2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143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70EF57F-555E-FB2C-3E95-6AE956AF2E2C}"/>
                </a:ext>
              </a:extLst>
            </p:cNvPr>
            <p:cNvSpPr/>
            <p:nvPr/>
          </p:nvSpPr>
          <p:spPr>
            <a:xfrm>
              <a:off x="8276290" y="2023463"/>
              <a:ext cx="651911" cy="66058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12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4B8C300-B992-8703-8931-3ED044C7F0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4075" y="1818722"/>
              <a:ext cx="845896" cy="495695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EE8546C-84C3-A5B7-4FD5-3D296C368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1274" y="4077655"/>
              <a:ext cx="1889247" cy="985331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68AD414-090A-8CB2-D1B8-9E0FCC6C548E}"/>
                </a:ext>
              </a:extLst>
            </p:cNvPr>
            <p:cNvSpPr/>
            <p:nvPr/>
          </p:nvSpPr>
          <p:spPr>
            <a:xfrm>
              <a:off x="8276290" y="3773234"/>
              <a:ext cx="651911" cy="677593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242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675042D-F9CA-056D-433C-D8A9FE1EA3AC}"/>
                </a:ext>
              </a:extLst>
            </p:cNvPr>
            <p:cNvCxnSpPr>
              <a:cxnSpLocks/>
              <a:endCxn id="53" idx="4"/>
            </p:cNvCxnSpPr>
            <p:nvPr/>
          </p:nvCxnSpPr>
          <p:spPr>
            <a:xfrm flipH="1" flipV="1">
              <a:off x="9541633" y="2048651"/>
              <a:ext cx="21609" cy="2776873"/>
            </a:xfrm>
            <a:prstGeom prst="line">
              <a:avLst/>
            </a:prstGeom>
            <a:ln w="317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85F0DB3-34EF-E4D8-3F73-683D94E0C111}"/>
                </a:ext>
              </a:extLst>
            </p:cNvPr>
            <p:cNvSpPr/>
            <p:nvPr/>
          </p:nvSpPr>
          <p:spPr>
            <a:xfrm>
              <a:off x="9282212" y="1525084"/>
              <a:ext cx="518841" cy="5235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242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5A3876C-8C29-3116-0063-17AC1612F4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9091" y="4799358"/>
              <a:ext cx="0" cy="566192"/>
            </a:xfrm>
            <a:prstGeom prst="line">
              <a:avLst/>
            </a:prstGeom>
            <a:ln w="22225">
              <a:solidFill>
                <a:schemeClr val="bg2">
                  <a:lumMod val="90000"/>
                  <a:alpha val="3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DF029C5D-F7EC-1E97-9037-0D04C419FE9D}"/>
                </a:ext>
              </a:extLst>
            </p:cNvPr>
            <p:cNvSpPr/>
            <p:nvPr/>
          </p:nvSpPr>
          <p:spPr>
            <a:xfrm rot="7888553">
              <a:off x="7830421" y="3338914"/>
              <a:ext cx="1419539" cy="1611487"/>
            </a:xfrm>
            <a:prstGeom prst="arc">
              <a:avLst>
                <a:gd name="adj1" fmla="val 16135071"/>
                <a:gd name="adj2" fmla="val 12400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143" dirty="0"/>
            </a:p>
          </p:txBody>
        </p:sp>
      </p:grpSp>
    </p:spTree>
    <p:extLst>
      <p:ext uri="{BB962C8B-B14F-4D97-AF65-F5344CB8AC3E}">
        <p14:creationId xmlns:p14="http://schemas.microsoft.com/office/powerpoint/2010/main" val="2547004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Mok</dc:creator>
  <cp:lastModifiedBy>Ryan Mok</cp:lastModifiedBy>
  <cp:revision>1</cp:revision>
  <dcterms:created xsi:type="dcterms:W3CDTF">2026-07-10T10:11:52Z</dcterms:created>
  <dcterms:modified xsi:type="dcterms:W3CDTF">2026-07-10T10:14:54Z</dcterms:modified>
</cp:coreProperties>
</file>