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57" r:id="rId5"/>
    <p:sldId id="268" r:id="rId6"/>
    <p:sldId id="271" r:id="rId7"/>
    <p:sldId id="266" r:id="rId8"/>
    <p:sldId id="258" r:id="rId9"/>
    <p:sldId id="259" r:id="rId10"/>
    <p:sldId id="261" r:id="rId11"/>
    <p:sldId id="262" r:id="rId12"/>
    <p:sldId id="263" r:id="rId13"/>
    <p:sldId id="264" r:id="rId14"/>
    <p:sldId id="265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528"/>
    <a:srgbClr val="F2F2F2"/>
    <a:srgbClr val="FFFFFF"/>
    <a:srgbClr val="8826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80" d="100"/>
          <a:sy n="80" d="100"/>
        </p:scale>
        <p:origin x="176" y="-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2E0-B1D2-5AC1-A4FA-E8B171B6C6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EA8DB7-BB6D-E098-9E3B-9A7A5A8E9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D178C-47C9-D6E1-ABB5-BBD64D70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3064E-7397-B158-10E8-E616CE860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2299B-54D3-FF6B-A5D7-8DA4C74C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46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E640-187E-C435-3585-28A8C579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0AAFF-D9AA-A5B1-F2C5-CCD49A2BE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67693-DB9C-FECF-11EF-5EBACF5E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9808A-AB9E-6081-EB67-FF05EBB3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FD0FC-2AE5-C555-5382-53D4BD9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07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E4CA7-5D16-7588-439F-5E73AB26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ACA74-B071-BCF7-2F80-131AD9150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22420-F588-3084-2D59-224FD538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EC868-0A1E-76E4-E494-4018C328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9DF3A-B2DB-0DC3-50DA-07045B24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3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2F691-15D1-7BCE-EF01-94F4EA866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DB4-61FE-E97B-96B8-95FAA6249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6DAF2-1217-152D-522B-56F62477E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7C899-31BE-4A04-3E15-85805200A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6CDD8-25C9-1F7A-82E0-080288ADC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DD448-56E6-CC60-8F94-17A28327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9F565-EA3E-F7E7-29C4-07C7064D9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50C34-BA48-42D2-606E-7E4F8C35E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74FFBC-F5D1-B6CD-FDDE-0B556C26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7BB8BE-D2CC-36C0-A674-7C971B9AB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BC2393-2A02-2AAA-FF07-0F60D818E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689EEF-8D13-86BB-6D11-7A0C4E51B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4DF883-48CE-EAC7-36E6-82248A36D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8F19F7-5E15-C9C6-508E-53BE65F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05C-F064-09DA-CCCA-16D103ADF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553B4-0117-7029-B73A-0CC20C64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2CC59-DD52-1974-565E-67A92BD5E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408E3-B4C5-76F5-B88A-4D462470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92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D0C49-B947-4333-86F4-977DD18F0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CA281-0905-DCDD-8C0D-D7C2FBB88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B0B7D-448F-0D23-E65D-C288ED226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2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DA81-74D6-361B-2536-F87C57CD3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E939A-3B82-0192-DDCA-430BA105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BC256-AC30-113F-5A9A-EE863796F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7BAC8-4E09-386D-D6F5-FB2A423AA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14467-C7BE-890C-B189-C8A0919A0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5ECDB-9057-CD1A-7C01-22268FC8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6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B4A83-79BA-9CA6-FE20-E5066E01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BE3907-278F-A507-B79C-EAA972D49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0A1CB1-5D7E-3172-87C5-98C52447A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7082-F478-6631-EF78-2B7607AA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F4481-7DC0-FD7A-E45F-EDAB11D3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45053-9B3E-5900-346D-102DD5E6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2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49472-C0AB-B946-3FCA-50ED2FE7A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D62A5-CCC7-4A12-1D4D-9B85245BF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BD047-60A3-02AE-EE91-E3927592A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EC6E5-37B7-7C42-7570-9C1716D9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64337-FBF1-8B05-AF72-946F1CA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58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74E5B-6F76-538F-4493-6D28105A2F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DE6FB-4AC9-ED72-2E85-DF6443DCD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21A89-024A-D5F7-63A6-C999FE86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6F12-0183-18E0-58EA-DB9153855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59F51-16D3-CA52-D878-EC6DDA1F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8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016DCF-9C2C-A36A-89DA-9CA209A0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B4CD3-3330-9340-104F-70E0847DA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B8BB1-0ED5-3219-AB4E-A06528189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4CA68-1E24-4B4A-B799-9C3DECDBF40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862A0-4D9F-854E-011F-D9AC64E53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8DB94-965E-37C8-1ADD-4E3EA65EF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2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22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49.png"/><Relationship Id="rId7" Type="http://schemas.openxmlformats.org/officeDocument/2006/relationships/image" Target="../media/image27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B396D8F-0779-022E-990E-F2757AEA818E}"/>
              </a:ext>
            </a:extLst>
          </p:cNvPr>
          <p:cNvGrpSpPr>
            <a:grpSpLocks noChangeAspect="1"/>
          </p:cNvGrpSpPr>
          <p:nvPr/>
        </p:nvGrpSpPr>
        <p:grpSpPr>
          <a:xfrm>
            <a:off x="1762931" y="806780"/>
            <a:ext cx="7623458" cy="4322812"/>
            <a:chOff x="286274" y="1053326"/>
            <a:chExt cx="3779880" cy="214334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EBF167-934A-AA9C-CB40-12EC20FB4A11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7F797A-81F5-2190-BDD3-AFFDBF2FB8C8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3706576-10FB-C8E1-8566-FEEEB650CD21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A835F29-9C71-8279-E966-65DAB684F6D0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B4E76A-8B3D-8FFA-2DC6-FED23A31CABB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2EFFA1-D9EB-E998-B465-91961A67D73A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E598E7-0145-C999-1BEE-E9DA5F7D5D7F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ACC446DC-1BDF-6B08-7BF7-6F8136FECB46}"/>
                </a:ext>
              </a:extLst>
            </p:cNvPr>
            <p:cNvSpPr/>
            <p:nvPr/>
          </p:nvSpPr>
          <p:spPr>
            <a:xfrm rot="5812039">
              <a:off x="683624" y="1098435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CB0AA2D5-0FD9-B59E-79A9-3475E9FE52FE}"/>
                </a:ext>
              </a:extLst>
            </p:cNvPr>
            <p:cNvSpPr/>
            <p:nvPr/>
          </p:nvSpPr>
          <p:spPr>
            <a:xfrm rot="9293077">
              <a:off x="2518519" y="1053326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4A37176-ECE2-D702-EBDB-251F71C222DF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3199644" y="1555635"/>
              <a:ext cx="583754" cy="5299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F47B8E71-D861-3B46-F341-1504B5FA13A4}"/>
                </a:ext>
              </a:extLst>
            </p:cNvPr>
            <p:cNvSpPr/>
            <p:nvPr/>
          </p:nvSpPr>
          <p:spPr>
            <a:xfrm rot="5812039">
              <a:off x="2657510" y="1126478"/>
              <a:ext cx="914400" cy="914400"/>
            </a:xfrm>
            <a:prstGeom prst="arc">
              <a:avLst>
                <a:gd name="adj1" fmla="val 15586163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49426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2974-7786-6E78-E2F7-DB37EED1E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B79F697-8D24-79E5-DF0B-FF0C258222E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732" y="1365440"/>
            <a:ext cx="6444878" cy="3764152"/>
            <a:chOff x="535574" y="1330322"/>
            <a:chExt cx="3195514" cy="186635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5A92B4-7C2D-996D-EF12-4E82CCAB7222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97AF73-7652-32C2-746A-C842EB5DD1F3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AE93FF4-FBE2-23AF-EC99-C7AA1B4FB938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35EBDF-0097-9C5A-61E4-B6BECF150509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CA9A94-C08D-4552-1EF0-C0D3C312BC8A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4ECCDE9-F64C-7A04-8768-B68ADCC2245F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3FCF8C-BAF9-8399-D0B2-9F70EE9C9DBB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902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8BEFF-A5AE-DFE5-BB78-EDD465BC1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1B52410-38CC-77C5-2B02-75E08AB54485}"/>
              </a:ext>
            </a:extLst>
          </p:cNvPr>
          <p:cNvGrpSpPr>
            <a:grpSpLocks noChangeAspect="1"/>
          </p:cNvGrpSpPr>
          <p:nvPr/>
        </p:nvGrpSpPr>
        <p:grpSpPr>
          <a:xfrm>
            <a:off x="3568505" y="1206359"/>
            <a:ext cx="5552236" cy="4599889"/>
            <a:chOff x="880143" y="516971"/>
            <a:chExt cx="2752922" cy="228072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1A8F36E-EE86-CA3B-7BB9-1D72EC66C044}"/>
                </a:ext>
              </a:extLst>
            </p:cNvPr>
            <p:cNvSpPr/>
            <p:nvPr/>
          </p:nvSpPr>
          <p:spPr>
            <a:xfrm>
              <a:off x="880143" y="516971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F695A08-5D01-331B-C53E-95FF68F92374}"/>
                </a:ext>
              </a:extLst>
            </p:cNvPr>
            <p:cNvSpPr/>
            <p:nvPr/>
          </p:nvSpPr>
          <p:spPr>
            <a:xfrm>
              <a:off x="1467713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3A911D-BBBE-C257-4AF3-E4A70793CFA2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3E12AD-6AA7-9F66-6D22-14D3608EC80A}"/>
                </a:ext>
              </a:extLst>
            </p:cNvPr>
            <p:cNvSpPr/>
            <p:nvPr/>
          </p:nvSpPr>
          <p:spPr>
            <a:xfrm>
              <a:off x="3199644" y="2336476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8AEC40-24CC-04B7-3B7E-B18C3E0D9247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1250091" y="910649"/>
              <a:ext cx="281096" cy="4872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C113C-27D9-85EC-3E9D-D7CEF8CD67E7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901134" y="1560933"/>
              <a:ext cx="86508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6BAA73-B206-8BC5-F1E5-597E08AFC601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280184" cy="6124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095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B2CBF-B0D0-E08E-4507-D8658F7F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B5C7E8-B34F-C3C3-5586-471E3030F5D5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E0BB9EC-BA8F-94E9-E685-6876823C1E58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600623A-672B-A6E4-F5A2-6F48272BB9E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C8FE9F2D-F11E-9939-74BC-FBD846CADC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6EFA2F1-6856-E2E9-2421-3EC2C9B21531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F473764-C99D-7DF5-250F-9086F1F1FA4D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7B22443-9E25-BA79-A7E1-7CE197701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CA5992-5514-D9B8-E573-1BF7ED8BB93B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D4247FA-C177-7D99-76F9-FED28C197285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9BC4C2D-22A8-A6AF-0C76-EB56737214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EBC0B4B-BB30-BAD6-1674-DAF82B997F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5B3689C0-7D25-BC39-F45D-28F4545720E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21189080-5D27-7252-7C37-F12D8CD4CD8F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CC6DFA05-F0C9-00B6-2388-5213338A719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6925563-7DB5-38A6-DA8C-5FAC7B95DEB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45DEC39-D7D5-B6B5-4D16-C30B8D3A5EDF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38029F5-A834-D711-FE86-19F51610A9D0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878765-9FC4-8014-3347-6AE84CD567E3}"/>
              </a:ext>
            </a:extLst>
          </p:cNvPr>
          <p:cNvGrpSpPr/>
          <p:nvPr/>
        </p:nvGrpSpPr>
        <p:grpSpPr>
          <a:xfrm>
            <a:off x="6330218" y="989376"/>
            <a:ext cx="3826118" cy="4879248"/>
            <a:chOff x="6463825" y="920422"/>
            <a:chExt cx="3826118" cy="48792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119DC33-C105-163A-7AAD-7EE67C469D01}"/>
                </a:ext>
              </a:extLst>
            </p:cNvPr>
            <p:cNvGrpSpPr/>
            <p:nvPr/>
          </p:nvGrpSpPr>
          <p:grpSpPr>
            <a:xfrm>
              <a:off x="6463825" y="920422"/>
              <a:ext cx="3732304" cy="4879248"/>
              <a:chOff x="6680503" y="904715"/>
              <a:chExt cx="3732304" cy="4879248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F485250-6818-B27E-3508-52F7758DF4C8}"/>
                  </a:ext>
                </a:extLst>
              </p:cNvPr>
              <p:cNvSpPr/>
              <p:nvPr/>
            </p:nvSpPr>
            <p:spPr>
              <a:xfrm>
                <a:off x="9538661" y="904715"/>
                <a:ext cx="874146" cy="930217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H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4E9D88-7A00-87E9-1087-4F014718605D}"/>
                  </a:ext>
                </a:extLst>
              </p:cNvPr>
              <p:cNvSpPr/>
              <p:nvPr/>
            </p:nvSpPr>
            <p:spPr>
              <a:xfrm>
                <a:off x="8131473" y="2012263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1B4D933-F9C6-4C9D-291E-5004C7BDD90F}"/>
                  </a:ext>
                </a:extLst>
              </p:cNvPr>
              <p:cNvSpPr/>
              <p:nvPr/>
            </p:nvSpPr>
            <p:spPr>
              <a:xfrm>
                <a:off x="8131473" y="3923529"/>
                <a:ext cx="874146" cy="930217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5E06088-46E4-877B-3B5B-BE205D5AB109}"/>
                  </a:ext>
                </a:extLst>
              </p:cNvPr>
              <p:cNvSpPr/>
              <p:nvPr/>
            </p:nvSpPr>
            <p:spPr>
              <a:xfrm>
                <a:off x="6680503" y="4853746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9530B2C-90EE-0AC3-B80D-911AF7B2EF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930566" y="1638334"/>
                <a:ext cx="699962" cy="566014"/>
              </a:xfrm>
              <a:prstGeom prst="line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FCFC40-38F1-BBE0-EF17-1890EFDFEB45}"/>
                  </a:ext>
                </a:extLst>
              </p:cNvPr>
              <p:cNvCxnSpPr>
                <a:cxnSpLocks/>
                <a:stCxn id="27" idx="4"/>
                <a:endCxn id="28" idx="0"/>
              </p:cNvCxnSpPr>
              <p:nvPr/>
            </p:nvCxnSpPr>
            <p:spPr>
              <a:xfrm>
                <a:off x="8568546" y="2942480"/>
                <a:ext cx="0" cy="9810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8C94D5B-FC7B-4932-BBD3-02F18849C89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93080" y="4608710"/>
                <a:ext cx="692812" cy="45238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Arc 47">
                <a:extLst>
                  <a:ext uri="{FF2B5EF4-FFF2-40B4-BE49-F238E27FC236}">
                    <a16:creationId xmlns:a16="http://schemas.microsoft.com/office/drawing/2014/main" id="{75866DDC-B14C-4CD6-1EDF-BD23B86A2881}"/>
                  </a:ext>
                </a:extLst>
              </p:cNvPr>
              <p:cNvSpPr/>
              <p:nvPr/>
            </p:nvSpPr>
            <p:spPr>
              <a:xfrm rot="3478222">
                <a:off x="7326142" y="1476707"/>
                <a:ext cx="1988787" cy="1593762"/>
              </a:xfrm>
              <a:prstGeom prst="arc">
                <a:avLst>
                  <a:gd name="adj1" fmla="val 17309620"/>
                  <a:gd name="adj2" fmla="val 1042114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𝛽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170D7162-3586-7B87-DABC-E0CF114EE2A9}"/>
                  </a:ext>
                </a:extLst>
              </p:cNvPr>
              <p:cNvCxnSpPr>
                <a:cxnSpLocks/>
                <a:endCxn id="27" idx="0"/>
              </p:cNvCxnSpPr>
              <p:nvPr/>
            </p:nvCxnSpPr>
            <p:spPr>
              <a:xfrm>
                <a:off x="8568546" y="1369824"/>
                <a:ext cx="0" cy="64243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40E8CCE8-10BB-0042-72E7-3FC4B53FD35B}"/>
                  </a:ext>
                </a:extLst>
              </p:cNvPr>
              <p:cNvSpPr/>
              <p:nvPr/>
            </p:nvSpPr>
            <p:spPr>
              <a:xfrm rot="18161913">
                <a:off x="8226298" y="1698942"/>
                <a:ext cx="978553" cy="919528"/>
              </a:xfrm>
              <a:prstGeom prst="arc">
                <a:avLst>
                  <a:gd name="adj1" fmla="val 18587795"/>
                  <a:gd name="adj2" fmla="val 2325533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𝜌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5B7227-844A-7606-3161-94EB4A385544}"/>
                </a:ext>
              </a:extLst>
            </p:cNvPr>
            <p:cNvCxnSpPr/>
            <p:nvPr/>
          </p:nvCxnSpPr>
          <p:spPr>
            <a:xfrm flipH="1">
              <a:off x="9057659" y="3939236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5A4E5D-A1F0-16F6-979E-2D1887F0D08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9402533" y="3609504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  <a:blipFill>
                  <a:blip r:embed="rId12"/>
                  <a:stretch>
                    <a:fillRect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C14DF20-906F-F107-82AA-B0F4EF1C73D6}"/>
                </a:ext>
              </a:extLst>
            </p:cNvPr>
            <p:cNvGrpSpPr/>
            <p:nvPr/>
          </p:nvGrpSpPr>
          <p:grpSpPr>
            <a:xfrm>
              <a:off x="9365765" y="4619283"/>
              <a:ext cx="282025" cy="288686"/>
              <a:chOff x="8897973" y="5016961"/>
              <a:chExt cx="585713" cy="59954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8A148A5-7A34-F8EF-AB0D-77D0AFFB909C}"/>
                  </a:ext>
                </a:extLst>
              </p:cNvPr>
              <p:cNvSpPr/>
              <p:nvPr/>
            </p:nvSpPr>
            <p:spPr>
              <a:xfrm>
                <a:off x="8897973" y="5016961"/>
                <a:ext cx="585713" cy="599547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4E27035-E539-7C97-AF98-8C38ED35C940}"/>
                  </a:ext>
                </a:extLst>
              </p:cNvPr>
              <p:cNvSpPr/>
              <p:nvPr/>
            </p:nvSpPr>
            <p:spPr>
              <a:xfrm>
                <a:off x="9000580" y="5121992"/>
                <a:ext cx="380497" cy="38948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A30391D-C995-7A3D-6C68-19DABFBE0045}"/>
                  </a:ext>
                </a:extLst>
              </p:cNvPr>
              <p:cNvSpPr/>
              <p:nvPr/>
            </p:nvSpPr>
            <p:spPr>
              <a:xfrm flipH="1">
                <a:off x="9113326" y="5237401"/>
                <a:ext cx="155004" cy="158665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229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4028-FB6C-930A-D570-F46ABD9E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C34F23-8C61-FF5D-DD17-0DA58470BA74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221E6-4C8F-FB31-54F7-01688666C8B7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66FFF71-9DD2-1043-7CD3-5C13FF195ADB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8EEA877-2817-9E74-D614-4E87F59F6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F1D4AD-EF3A-1025-C08F-ECAEA5556105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EFD5526-5C41-F2FE-7207-0E1C3C2126DA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2F2846E-C7DF-17DC-AA40-5900E911A7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D1165A1-9B87-A0F9-31C8-16BE7EA1D084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B498BC1-78CB-E17C-479D-CEC938ED0C5B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AAEDA14-24D9-79CE-9EED-8B27E53D2E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EBE19DF-523D-B1FA-FF8F-E5B316EEEA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9B7E832E-52F0-4E2A-48DE-04DB7FB16B50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A3C57DCA-0B3F-9FA0-D734-D300A7A341B4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5E50DF15-F154-253E-8C76-14713A2D8913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D7F1DCA-BBF5-6E38-546E-3C8AF98B705F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118B5C-9214-C9E6-A48C-97C56AF9A8C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68F89D1-9D41-873E-07F1-5563159E6294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25798A-6BF8-2403-4C58-B62FD0B2C41E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/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AAB3C3-9CBF-8793-DAC0-031765137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8F8B4AC-BCF4-D675-B9A4-E4726940A15B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3A5F301-0274-C125-C1A5-FD68C400040C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7807374-55FF-420A-2958-0EC33887EDED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9EAC81-AC8C-77E3-FF05-F54F66970CDB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36B2C81-5A90-5F4F-C540-CC41B0FFA5C2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3A29DE-5FC6-6103-41D3-5C562185CB0E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D01529-A09F-CF10-A840-93636E742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C9CF756-ADC2-829A-A946-DD528E6FC02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6D80904-88E4-A7E2-04F7-F9B94422B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7BEA58-7ECB-9F70-C67A-02D55FF35B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026B67-909C-7DB7-C313-0FCB2CCE6085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128999-53D6-C93F-9382-3EE1F45680D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BF76A87-5427-07DF-F471-204D9AF5A31B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52B931A-3465-C038-9AC8-1B4DF0246B27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02CA6C54-B858-4EAB-1A30-53996B72A240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A5FC7AB4-7214-4A5C-FD7C-4D7D1F76B433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75316CAA-CFDB-498B-BFA7-CFBAF38A25F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967B71AC-BC9D-DF08-6059-4107C24B77FF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3213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10CED-4123-289E-C4A9-4DDF5D25E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F5573AB-FCF1-44FD-AF24-77008C86EB42}"/>
              </a:ext>
            </a:extLst>
          </p:cNvPr>
          <p:cNvGrpSpPr/>
          <p:nvPr/>
        </p:nvGrpSpPr>
        <p:grpSpPr>
          <a:xfrm>
            <a:off x="6071388" y="632791"/>
            <a:ext cx="4552360" cy="5748873"/>
            <a:chOff x="6214382" y="562231"/>
            <a:chExt cx="4552360" cy="5748873"/>
          </a:xfrm>
        </p:grpSpPr>
        <p:pic>
          <p:nvPicPr>
            <p:cNvPr id="3" name="Picture 2" descr="A screenshot of a diagram&#10;&#10;AI-generated content may be incorrect.">
              <a:extLst>
                <a:ext uri="{FF2B5EF4-FFF2-40B4-BE49-F238E27FC236}">
                  <a16:creationId xmlns:a16="http://schemas.microsoft.com/office/drawing/2014/main" id="{3EAD4BB8-A4B3-F63F-89D8-A27BDEAB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4382" y="562231"/>
              <a:ext cx="4552360" cy="57488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/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/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blipFill>
                  <a:blip r:embed="rId4"/>
                  <a:stretch>
                    <a:fillRect b="-615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/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FD497FB-8846-1FF5-51E0-EEA9366FBCF9}"/>
                </a:ext>
              </a:extLst>
            </p:cNvPr>
            <p:cNvSpPr/>
            <p:nvPr/>
          </p:nvSpPr>
          <p:spPr>
            <a:xfrm rot="6903910">
              <a:off x="7632424" y="4795592"/>
              <a:ext cx="1013563" cy="915975"/>
            </a:xfrm>
            <a:prstGeom prst="arc">
              <a:avLst>
                <a:gd name="adj1" fmla="val 15685842"/>
                <a:gd name="adj2" fmla="val 20464355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34C21B-8222-4325-CBFA-323E9A603A8A}"/>
                </a:ext>
              </a:extLst>
            </p:cNvPr>
            <p:cNvCxnSpPr>
              <a:cxnSpLocks/>
            </p:cNvCxnSpPr>
            <p:nvPr/>
          </p:nvCxnSpPr>
          <p:spPr>
            <a:xfrm>
              <a:off x="8093880" y="5065798"/>
              <a:ext cx="0" cy="102503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/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blipFill>
                  <a:blip r:embed="rId6"/>
                  <a:stretch>
                    <a:fillRect b="-380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3D8A2E7-03F8-4EF9-45FE-123E1D05621C}"/>
              </a:ext>
            </a:extLst>
          </p:cNvPr>
          <p:cNvGrpSpPr/>
          <p:nvPr/>
        </p:nvGrpSpPr>
        <p:grpSpPr>
          <a:xfrm>
            <a:off x="780454" y="473892"/>
            <a:ext cx="4585545" cy="5586218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/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F9339D2-68F2-AD36-F4B4-CA1C9584C3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1F3CF06-6F3F-007A-7639-E02AEE8F8974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5C4E812-B0D1-DD81-557F-DBC78104353E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FAFBCE2-22B4-83DF-E5DF-D4F5E67DD39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6B1CB9-8B34-2152-99D1-CB6A9BBD1F29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9920F-6826-B88C-89FF-98DE89AFFED8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2EB84F9-CA2A-261A-EC30-5C5F19E94EB4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548F7E-1444-205E-2497-3C5EBC35DF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91AB054-7116-7EF8-BE6E-6B293A968C19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66B6A64-6816-4CA6-483F-8495E112B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9031FDF-100B-2633-3F06-EA82071EC6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88BB885-5007-D4E3-3998-E1B1E78F385C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289BA2B-3E24-F7BD-CBE5-D1D9E1709DC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CB9DA62-B651-310D-AE57-BE9490561596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ADED6EB-2B48-44B2-BF6A-8D33AD0C5B16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9" name="Arc 148">
              <a:extLst>
                <a:ext uri="{FF2B5EF4-FFF2-40B4-BE49-F238E27FC236}">
                  <a16:creationId xmlns:a16="http://schemas.microsoft.com/office/drawing/2014/main" id="{7C61BC0D-744A-F6E0-13C4-49BC070A604B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Arc 152">
              <a:extLst>
                <a:ext uri="{FF2B5EF4-FFF2-40B4-BE49-F238E27FC236}">
                  <a16:creationId xmlns:a16="http://schemas.microsoft.com/office/drawing/2014/main" id="{8AFE443C-C54A-C34A-2648-DFD8F12F9ACA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6" name="Arc 165">
              <a:extLst>
                <a:ext uri="{FF2B5EF4-FFF2-40B4-BE49-F238E27FC236}">
                  <a16:creationId xmlns:a16="http://schemas.microsoft.com/office/drawing/2014/main" id="{F2DAD716-7632-D601-52E9-7E925DB9D93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Arc 166">
              <a:extLst>
                <a:ext uri="{FF2B5EF4-FFF2-40B4-BE49-F238E27FC236}">
                  <a16:creationId xmlns:a16="http://schemas.microsoft.com/office/drawing/2014/main" id="{2F7D530D-785B-45FD-FE21-632D3825EAE9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3757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2620-306A-F991-A14E-80D1DDE5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6EE1E8A-A017-2F59-B1B8-1CADC0F5299E}"/>
              </a:ext>
            </a:extLst>
          </p:cNvPr>
          <p:cNvGrpSpPr/>
          <p:nvPr/>
        </p:nvGrpSpPr>
        <p:grpSpPr>
          <a:xfrm>
            <a:off x="2801703" y="597224"/>
            <a:ext cx="5548547" cy="5733536"/>
            <a:chOff x="2801703" y="597224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1EB2D513-93AA-DFE2-FFA0-1CE25BBC32D0}"/>
                </a:ext>
              </a:extLst>
            </p:cNvPr>
            <p:cNvSpPr/>
            <p:nvPr/>
          </p:nvSpPr>
          <p:spPr>
            <a:xfrm>
              <a:off x="4070350" y="3124200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DD559D7-058D-0F01-B5FF-EBADA1BB1E52}"/>
                </a:ext>
              </a:extLst>
            </p:cNvPr>
            <p:cNvCxnSpPr>
              <a:cxnSpLocks/>
            </p:cNvCxnSpPr>
            <p:nvPr/>
          </p:nvCxnSpPr>
          <p:spPr>
            <a:xfrm>
              <a:off x="6923096" y="3264195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D633C7B-00C5-B558-6402-FBD529855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5457" y="4659521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3FE86E9-6C3B-B8DC-D755-721F45CE2730}"/>
                </a:ext>
              </a:extLst>
            </p:cNvPr>
            <p:cNvSpPr/>
            <p:nvPr/>
          </p:nvSpPr>
          <p:spPr>
            <a:xfrm>
              <a:off x="2806995" y="1004777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D84130-7DCB-EF51-9075-33866B208867}"/>
                </a:ext>
              </a:extLst>
            </p:cNvPr>
            <p:cNvCxnSpPr>
              <a:cxnSpLocks/>
            </p:cNvCxnSpPr>
            <p:nvPr/>
          </p:nvCxnSpPr>
          <p:spPr>
            <a:xfrm>
              <a:off x="2801703" y="1892540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6B039A57-A0A9-9144-24DE-A1BBF2691C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200" y="1139168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22691AF-937C-E9E9-2809-EB67F7FCD2CD}"/>
                </a:ext>
              </a:extLst>
            </p:cNvPr>
            <p:cNvSpPr/>
            <p:nvPr/>
          </p:nvSpPr>
          <p:spPr>
            <a:xfrm>
              <a:off x="3605703" y="372930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247FBD3-6029-981F-E990-0365E20783D2}"/>
                </a:ext>
              </a:extLst>
            </p:cNvPr>
            <p:cNvSpPr/>
            <p:nvPr/>
          </p:nvSpPr>
          <p:spPr>
            <a:xfrm>
              <a:off x="5221854" y="59722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122B09-3A5D-5B20-64BB-78C4E54F57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8375" y="4368800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9F5613-CF52-62A6-4667-4F07CB7C0D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7897" y="3264195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674C25F-0DC8-4526-29E1-4A3F2F19AD73}"/>
                </a:ext>
              </a:extLst>
            </p:cNvPr>
            <p:cNvSpPr/>
            <p:nvPr/>
          </p:nvSpPr>
          <p:spPr>
            <a:xfrm>
              <a:off x="5136948" y="5400543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5A9AD79-BBD8-6318-07B4-8152CFB386EA}"/>
                </a:ext>
              </a:extLst>
            </p:cNvPr>
            <p:cNvCxnSpPr>
              <a:cxnSpLocks/>
            </p:cNvCxnSpPr>
            <p:nvPr/>
          </p:nvCxnSpPr>
          <p:spPr>
            <a:xfrm>
              <a:off x="5788016" y="1404816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E69730F-A110-C132-6A5C-21135FD97388}"/>
                </a:ext>
              </a:extLst>
            </p:cNvPr>
            <p:cNvSpPr/>
            <p:nvPr/>
          </p:nvSpPr>
          <p:spPr>
            <a:xfrm>
              <a:off x="6218521" y="2657953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841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9A25D-EDA4-DF1E-81C7-4EE2A63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FF4680-087C-2E68-574A-33061789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510" y="717808"/>
            <a:ext cx="6785436" cy="2493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3608B3-9C19-8D51-A13E-327AFA573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664" y="3335319"/>
            <a:ext cx="6548282" cy="1813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6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A graph of a function&#10;&#10;AI-generated content may be incorrect.">
            <a:extLst>
              <a:ext uri="{FF2B5EF4-FFF2-40B4-BE49-F238E27FC236}">
                <a16:creationId xmlns:a16="http://schemas.microsoft.com/office/drawing/2014/main" id="{90EF15B0-C89F-DF78-A88E-E3C082E19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97" y="20320"/>
            <a:ext cx="1067336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1C13F-9F55-D721-2BA5-780A8FBFE3E2}"/>
              </a:ext>
            </a:extLst>
          </p:cNvPr>
          <p:cNvSpPr txBox="1"/>
          <p:nvPr/>
        </p:nvSpPr>
        <p:spPr>
          <a:xfrm>
            <a:off x="4109338" y="236057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3A1D43-A14B-72E4-E824-7A47465CAA3B}"/>
              </a:ext>
            </a:extLst>
          </p:cNvPr>
          <p:cNvSpPr txBox="1"/>
          <p:nvPr/>
        </p:nvSpPr>
        <p:spPr>
          <a:xfrm>
            <a:off x="383907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13AC8-D8B3-A2B7-0A49-426946F2F792}"/>
              </a:ext>
            </a:extLst>
          </p:cNvPr>
          <p:cNvSpPr txBox="1"/>
          <p:nvPr/>
        </p:nvSpPr>
        <p:spPr>
          <a:xfrm>
            <a:off x="443202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A33A6-CC4C-4CD7-8043-921E9EFDE814}"/>
              </a:ext>
            </a:extLst>
          </p:cNvPr>
          <p:cNvSpPr txBox="1"/>
          <p:nvPr/>
        </p:nvSpPr>
        <p:spPr>
          <a:xfrm>
            <a:off x="3517204" y="222074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E73D8-29E6-815A-B618-4DB19AA015EC}"/>
              </a:ext>
            </a:extLst>
          </p:cNvPr>
          <p:cNvSpPr txBox="1"/>
          <p:nvPr/>
        </p:nvSpPr>
        <p:spPr>
          <a:xfrm>
            <a:off x="4786366" y="224902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A1255-4324-6C32-2413-7446DFA51780}"/>
              </a:ext>
            </a:extLst>
          </p:cNvPr>
          <p:cNvSpPr txBox="1"/>
          <p:nvPr/>
        </p:nvSpPr>
        <p:spPr>
          <a:xfrm>
            <a:off x="3000453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1A1CF-014C-EB1E-7C38-61E4DC2229A1}"/>
              </a:ext>
            </a:extLst>
          </p:cNvPr>
          <p:cNvSpPr txBox="1"/>
          <p:nvPr/>
        </p:nvSpPr>
        <p:spPr>
          <a:xfrm>
            <a:off x="5729407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D07FF-89C1-E6DC-1054-977EE4371A0A}"/>
              </a:ext>
            </a:extLst>
          </p:cNvPr>
          <p:cNvSpPr txBox="1"/>
          <p:nvPr/>
        </p:nvSpPr>
        <p:spPr>
          <a:xfrm>
            <a:off x="2615525" y="12873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685C9-CE0E-089C-7EC2-1E89AC38D7E2}"/>
              </a:ext>
            </a:extLst>
          </p:cNvPr>
          <p:cNvSpPr txBox="1"/>
          <p:nvPr/>
        </p:nvSpPr>
        <p:spPr>
          <a:xfrm>
            <a:off x="7038267" y="113255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5A4FE5-9E4E-58F5-66D0-8A80E44C03AB}"/>
              </a:ext>
            </a:extLst>
          </p:cNvPr>
          <p:cNvSpPr txBox="1"/>
          <p:nvPr/>
        </p:nvSpPr>
        <p:spPr>
          <a:xfrm>
            <a:off x="2364143" y="65010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08A1-AD29-1189-5175-6BDC15E76937}"/>
              </a:ext>
            </a:extLst>
          </p:cNvPr>
          <p:cNvSpPr txBox="1"/>
          <p:nvPr/>
        </p:nvSpPr>
        <p:spPr>
          <a:xfrm>
            <a:off x="8097210" y="465437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9C990F-4983-8416-C6CA-72756A9D6ED9}"/>
              </a:ext>
            </a:extLst>
          </p:cNvPr>
          <p:cNvSpPr txBox="1"/>
          <p:nvPr/>
        </p:nvSpPr>
        <p:spPr>
          <a:xfrm>
            <a:off x="2129639" y="135673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0EEADA-81B4-1A1F-CA97-BAB70162840D}"/>
              </a:ext>
            </a:extLst>
          </p:cNvPr>
          <p:cNvSpPr txBox="1"/>
          <p:nvPr/>
        </p:nvSpPr>
        <p:spPr>
          <a:xfrm>
            <a:off x="9077485" y="89879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6A3AB-6848-23F9-9BB6-DD7BA09E289B}"/>
              </a:ext>
            </a:extLst>
          </p:cNvPr>
          <p:cNvSpPr txBox="1"/>
          <p:nvPr/>
        </p:nvSpPr>
        <p:spPr>
          <a:xfrm>
            <a:off x="5834620" y="57565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26419-E309-63F8-9C5F-E2F107D21F19}"/>
              </a:ext>
            </a:extLst>
          </p:cNvPr>
          <p:cNvSpPr txBox="1"/>
          <p:nvPr/>
        </p:nvSpPr>
        <p:spPr>
          <a:xfrm>
            <a:off x="5251737" y="57180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960C90-76BC-D713-7E2B-FA848FCDD048}"/>
              </a:ext>
            </a:extLst>
          </p:cNvPr>
          <p:cNvSpPr txBox="1"/>
          <p:nvPr/>
        </p:nvSpPr>
        <p:spPr>
          <a:xfrm>
            <a:off x="6373931" y="5727514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1546D-3267-CEB6-FD12-4AE1E8A8287E}"/>
              </a:ext>
            </a:extLst>
          </p:cNvPr>
          <p:cNvSpPr txBox="1"/>
          <p:nvPr/>
        </p:nvSpPr>
        <p:spPr>
          <a:xfrm>
            <a:off x="4626067" y="562769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012C0E-5F0E-61CC-8FC4-304AD8052D65}"/>
              </a:ext>
            </a:extLst>
          </p:cNvPr>
          <p:cNvSpPr txBox="1"/>
          <p:nvPr/>
        </p:nvSpPr>
        <p:spPr>
          <a:xfrm>
            <a:off x="7215654" y="56409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7F6029-6879-B45B-D03C-303FBBCAB414}"/>
              </a:ext>
            </a:extLst>
          </p:cNvPr>
          <p:cNvSpPr txBox="1"/>
          <p:nvPr/>
        </p:nvSpPr>
        <p:spPr>
          <a:xfrm>
            <a:off x="8238909" y="544302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1FCD61-0AD9-F1D1-F03F-969586100A59}"/>
              </a:ext>
            </a:extLst>
          </p:cNvPr>
          <p:cNvSpPr txBox="1"/>
          <p:nvPr/>
        </p:nvSpPr>
        <p:spPr>
          <a:xfrm>
            <a:off x="3639104" y="52622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EEE208-8D46-74C4-468F-0A73DAC6D8A8}"/>
              </a:ext>
            </a:extLst>
          </p:cNvPr>
          <p:cNvSpPr txBox="1"/>
          <p:nvPr/>
        </p:nvSpPr>
        <p:spPr>
          <a:xfrm>
            <a:off x="9295565" y="52316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9DC52-75DB-B89C-6376-785292D31785}"/>
              </a:ext>
            </a:extLst>
          </p:cNvPr>
          <p:cNvSpPr txBox="1"/>
          <p:nvPr/>
        </p:nvSpPr>
        <p:spPr>
          <a:xfrm>
            <a:off x="10037563" y="514355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6DE264-ED21-B925-B2E0-E4579F21435D}"/>
              </a:ext>
            </a:extLst>
          </p:cNvPr>
          <p:cNvSpPr txBox="1"/>
          <p:nvPr/>
        </p:nvSpPr>
        <p:spPr>
          <a:xfrm>
            <a:off x="10670729" y="50978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C08B6D-85BB-3E12-1703-C544ED27B5C0}"/>
              </a:ext>
            </a:extLst>
          </p:cNvPr>
          <p:cNvSpPr txBox="1"/>
          <p:nvPr/>
        </p:nvSpPr>
        <p:spPr>
          <a:xfrm>
            <a:off x="2606098" y="4541192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BD868-CA3F-27A7-5F97-6B934E6FEF09}"/>
              </a:ext>
            </a:extLst>
          </p:cNvPr>
          <p:cNvSpPr txBox="1"/>
          <p:nvPr/>
        </p:nvSpPr>
        <p:spPr>
          <a:xfrm>
            <a:off x="2155489" y="397715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78B0A8-AA8D-BE7A-5FE6-42F0620DA1CE}"/>
              </a:ext>
            </a:extLst>
          </p:cNvPr>
          <p:cNvSpPr txBox="1"/>
          <p:nvPr/>
        </p:nvSpPr>
        <p:spPr>
          <a:xfrm>
            <a:off x="1855398" y="346272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40EAE53-0721-EEB5-365D-62932950594B}"/>
              </a:ext>
            </a:extLst>
          </p:cNvPr>
          <p:cNvCxnSpPr/>
          <p:nvPr/>
        </p:nvCxnSpPr>
        <p:spPr>
          <a:xfrm flipH="1" flipV="1">
            <a:off x="6103496" y="5051083"/>
            <a:ext cx="323650" cy="73046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2E8FA49-2231-6168-C7A8-08F5BF94DE7F}"/>
              </a:ext>
            </a:extLst>
          </p:cNvPr>
          <p:cNvSpPr txBox="1"/>
          <p:nvPr/>
        </p:nvSpPr>
        <p:spPr>
          <a:xfrm>
            <a:off x="4562029" y="4327470"/>
            <a:ext cx="3067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The 2nd ‘step’ out from the potential energy minimum </a:t>
            </a:r>
          </a:p>
        </p:txBody>
      </p:sp>
    </p:spTree>
    <p:extLst>
      <p:ext uri="{BB962C8B-B14F-4D97-AF65-F5344CB8AC3E}">
        <p14:creationId xmlns:p14="http://schemas.microsoft.com/office/powerpoint/2010/main" val="2363765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580654-EAA5-25C1-B307-FB5518EC68CC}"/>
              </a:ext>
            </a:extLst>
          </p:cNvPr>
          <p:cNvGrpSpPr/>
          <p:nvPr/>
        </p:nvGrpSpPr>
        <p:grpSpPr>
          <a:xfrm>
            <a:off x="2243579" y="26988"/>
            <a:ext cx="8505701" cy="6470332"/>
            <a:chOff x="2243579" y="26988"/>
            <a:chExt cx="8505701" cy="64703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D1CE477-4C0B-C51B-0E1A-1D013E63D9E8}"/>
                </a:ext>
              </a:extLst>
            </p:cNvPr>
            <p:cNvGrpSpPr/>
            <p:nvPr/>
          </p:nvGrpSpPr>
          <p:grpSpPr>
            <a:xfrm>
              <a:off x="2243579" y="26988"/>
              <a:ext cx="8505701" cy="6470332"/>
              <a:chOff x="2243579" y="26988"/>
              <a:chExt cx="8505701" cy="647033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ADBE73F-251C-FAEE-1CF1-9EAFABCE1D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35" t="1764" r="33000" b="1376"/>
              <a:stretch/>
            </p:blipFill>
            <p:spPr>
              <a:xfrm>
                <a:off x="2243579" y="26988"/>
                <a:ext cx="8505701" cy="6470332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1030C97-8FB3-F4CE-2BEA-8DC9611B57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000" t="15443" r="25250" b="8545"/>
              <a:stretch/>
            </p:blipFill>
            <p:spPr>
              <a:xfrm>
                <a:off x="2243579" y="3315494"/>
                <a:ext cx="3283357" cy="3106410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BD9EDA2-AC29-625D-CD46-136C5FF770ED}"/>
                </a:ext>
              </a:extLst>
            </p:cNvPr>
            <p:cNvSpPr/>
            <p:nvPr/>
          </p:nvSpPr>
          <p:spPr>
            <a:xfrm>
              <a:off x="2880957" y="2358362"/>
              <a:ext cx="2008599" cy="297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4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4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/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blipFill>
                  <a:blip r:embed="rId4"/>
                  <a:stretch>
                    <a:fillRect t="-12245" b="-326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/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blipFill>
                  <a:blip r:embed="rId5"/>
                  <a:stretch>
                    <a:fillRect l="-36170" r="-14894" b="-449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/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blipFill>
                  <a:blip r:embed="rId6"/>
                  <a:stretch>
                    <a:fillRect b="-1639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/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t="-15217" r="-5618" b="-3913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12560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A928F58-22DB-B6B1-CE8C-6248C65CC224}"/>
              </a:ext>
            </a:extLst>
          </p:cNvPr>
          <p:cNvGrpSpPr/>
          <p:nvPr/>
        </p:nvGrpSpPr>
        <p:grpSpPr>
          <a:xfrm>
            <a:off x="1212509" y="638826"/>
            <a:ext cx="10010812" cy="5411246"/>
            <a:chOff x="1212509" y="638826"/>
            <a:chExt cx="10010812" cy="541124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82AE39-8CE2-65C8-8FFF-5BFDCC52A26A}"/>
                </a:ext>
              </a:extLst>
            </p:cNvPr>
            <p:cNvGrpSpPr/>
            <p:nvPr/>
          </p:nvGrpSpPr>
          <p:grpSpPr>
            <a:xfrm>
              <a:off x="1212509" y="638826"/>
              <a:ext cx="10010812" cy="5411246"/>
              <a:chOff x="1212509" y="638826"/>
              <a:chExt cx="10010812" cy="541124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9F02B45-EEC5-F898-0A85-BA2A8C1BB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7809" t="8086" r="22534" b="9420"/>
              <a:stretch/>
            </p:blipFill>
            <p:spPr>
              <a:xfrm>
                <a:off x="2668044" y="638826"/>
                <a:ext cx="8492647" cy="5226485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E07EF6E-FAC2-2707-F3C9-3C0C40CDA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-222" t="1808" r="91798" b="62242"/>
              <a:stretch/>
            </p:blipFill>
            <p:spPr>
              <a:xfrm>
                <a:off x="10196186" y="719202"/>
                <a:ext cx="1027135" cy="227764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695EC9F-4EA2-0861-7A2A-A33892EBF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4185" r="3808" b="2420"/>
              <a:stretch/>
            </p:blipFill>
            <p:spPr>
              <a:xfrm>
                <a:off x="1212509" y="2455102"/>
                <a:ext cx="3597486" cy="35949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DFCBC87-2834-7E99-68EE-38FC694F28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573" t="37362" r="79201" b="58512"/>
              <a:stretch/>
            </p:blipFill>
            <p:spPr>
              <a:xfrm>
                <a:off x="2668044" y="1632557"/>
                <a:ext cx="2161305" cy="325678"/>
              </a:xfrm>
              <a:prstGeom prst="rect">
                <a:avLst/>
              </a:prstGeom>
            </p:spPr>
          </p:pic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5905AC-1009-3B82-75ED-8BB19AEF0137}"/>
                </a:ext>
              </a:extLst>
            </p:cNvPr>
            <p:cNvSpPr/>
            <p:nvPr/>
          </p:nvSpPr>
          <p:spPr>
            <a:xfrm>
              <a:off x="2771776" y="1632557"/>
              <a:ext cx="2366982" cy="325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6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6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/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blipFill>
                  <a:blip r:embed="rId5"/>
                  <a:stretch>
                    <a:fillRect t="-10417" b="-375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/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blipFill>
                  <a:blip r:embed="rId6"/>
                  <a:stretch>
                    <a:fillRect t="-18367" b="-4693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/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l="-36957" r="-17391" b="-44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/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blipFill>
                  <a:blip r:embed="rId8"/>
                  <a:stretch>
                    <a:fillRect t="-30233" r="-5000" b="-5814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1791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D7D43-37A3-7355-7396-F0F7874CC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AFD816-5D18-9CCE-E83F-66168716CC26}"/>
              </a:ext>
            </a:extLst>
          </p:cNvPr>
          <p:cNvGrpSpPr/>
          <p:nvPr/>
        </p:nvGrpSpPr>
        <p:grpSpPr>
          <a:xfrm>
            <a:off x="1988559" y="1232313"/>
            <a:ext cx="4162740" cy="3692831"/>
            <a:chOff x="1988559" y="1232313"/>
            <a:chExt cx="4162740" cy="369283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90E14E4-39AA-CDE4-3A1D-88923DA8EBD8}"/>
                </a:ext>
              </a:extLst>
            </p:cNvPr>
            <p:cNvSpPr/>
            <p:nvPr/>
          </p:nvSpPr>
          <p:spPr>
            <a:xfrm>
              <a:off x="5277153" y="1232313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9463EE-F7C6-83F9-9069-F2D758BC7C18}"/>
                </a:ext>
              </a:extLst>
            </p:cNvPr>
            <p:cNvSpPr/>
            <p:nvPr/>
          </p:nvSpPr>
          <p:spPr>
            <a:xfrm>
              <a:off x="3807104" y="203367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D54FC79-6E7B-17EA-3A53-06C9877EA877}"/>
                </a:ext>
              </a:extLst>
            </p:cNvPr>
            <p:cNvSpPr/>
            <p:nvPr/>
          </p:nvSpPr>
          <p:spPr>
            <a:xfrm>
              <a:off x="3807104" y="3702725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9C3061-9CDF-92B2-AB0A-22AECB1C86AB}"/>
                </a:ext>
              </a:extLst>
            </p:cNvPr>
            <p:cNvSpPr/>
            <p:nvPr/>
          </p:nvSpPr>
          <p:spPr>
            <a:xfrm>
              <a:off x="1988559" y="3994927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C5B1FEB-60E6-9CCD-C93F-C89636590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05685" y="1903228"/>
              <a:ext cx="699962" cy="33588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B37178B-0E91-4A67-812E-AB062E16375A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44177" y="2963891"/>
              <a:ext cx="0" cy="738834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A65F30A-4346-1E5B-6A51-17E5D3452F9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862705" y="4231753"/>
              <a:ext cx="944399" cy="148856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/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/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0703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1C14989C-28A9-A30C-A009-6300CB600103}"/>
              </a:ext>
            </a:extLst>
          </p:cNvPr>
          <p:cNvGrpSpPr/>
          <p:nvPr/>
        </p:nvGrpSpPr>
        <p:grpSpPr>
          <a:xfrm>
            <a:off x="3122982" y="1342580"/>
            <a:ext cx="3938634" cy="4361325"/>
            <a:chOff x="3122982" y="1342580"/>
            <a:chExt cx="3938634" cy="436132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6A43D85-92BC-740D-DD62-84794F5017BF}"/>
                </a:ext>
              </a:extLst>
            </p:cNvPr>
            <p:cNvSpPr/>
            <p:nvPr/>
          </p:nvSpPr>
          <p:spPr>
            <a:xfrm>
              <a:off x="3122982" y="31256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70AD719-A8F6-E042-D5D1-B78A2D587F32}"/>
                </a:ext>
              </a:extLst>
            </p:cNvPr>
            <p:cNvSpPr/>
            <p:nvPr/>
          </p:nvSpPr>
          <p:spPr>
            <a:xfrm>
              <a:off x="6187470" y="1342580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FC52AA-6842-0C5C-5152-03CEF527025E}"/>
                </a:ext>
              </a:extLst>
            </p:cNvPr>
            <p:cNvSpPr/>
            <p:nvPr/>
          </p:nvSpPr>
          <p:spPr>
            <a:xfrm>
              <a:off x="5051098" y="312566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994499-0A9C-7D56-61B4-7BAFD9E5D256}"/>
                </a:ext>
              </a:extLst>
            </p:cNvPr>
            <p:cNvSpPr/>
            <p:nvPr/>
          </p:nvSpPr>
          <p:spPr>
            <a:xfrm>
              <a:off x="6187470" y="477368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806D798-8420-8D4B-CA6D-B2A5144D35DB}"/>
                </a:ext>
              </a:extLst>
            </p:cNvPr>
            <p:cNvCxnSpPr>
              <a:cxnSpLocks/>
              <a:stCxn id="3" idx="6"/>
              <a:endCxn id="5" idx="2"/>
            </p:cNvCxnSpPr>
            <p:nvPr/>
          </p:nvCxnSpPr>
          <p:spPr>
            <a:xfrm>
              <a:off x="3997128" y="3590769"/>
              <a:ext cx="105397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3A2504F-1B6C-EF7A-F4F5-8F7BC1164682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5797228" y="2136570"/>
              <a:ext cx="518258" cy="112531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F29DFE-AF9B-3B8C-518D-45F478AE248C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5797228" y="3919650"/>
              <a:ext cx="518258" cy="9902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7923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F389-201D-22C3-4EF6-EF77C15D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3BA0108-0EAF-A225-37BF-F7DE0F4DA396}"/>
              </a:ext>
            </a:extLst>
          </p:cNvPr>
          <p:cNvGrpSpPr/>
          <p:nvPr/>
        </p:nvGrpSpPr>
        <p:grpSpPr>
          <a:xfrm>
            <a:off x="5118955" y="1525460"/>
            <a:ext cx="3860330" cy="4201305"/>
            <a:chOff x="5118955" y="1525460"/>
            <a:chExt cx="3860330" cy="420130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4200403-F8D5-6400-9556-734B4D416EF1}"/>
                </a:ext>
              </a:extLst>
            </p:cNvPr>
            <p:cNvSpPr/>
            <p:nvPr/>
          </p:nvSpPr>
          <p:spPr>
            <a:xfrm>
              <a:off x="5118955" y="15254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49E246-F261-0721-9B24-3B7C13F1C38F}"/>
                </a:ext>
              </a:extLst>
            </p:cNvPr>
            <p:cNvSpPr/>
            <p:nvPr/>
          </p:nvSpPr>
          <p:spPr>
            <a:xfrm>
              <a:off x="8105139" y="308087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BE2CD90-4643-3EDE-DD3B-B1291B4FA25C}"/>
                </a:ext>
              </a:extLst>
            </p:cNvPr>
            <p:cNvSpPr/>
            <p:nvPr/>
          </p:nvSpPr>
          <p:spPr>
            <a:xfrm>
              <a:off x="5748328" y="320567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931A2C1-3738-802B-C32F-0339A3F2067D}"/>
                </a:ext>
              </a:extLst>
            </p:cNvPr>
            <p:cNvSpPr/>
            <p:nvPr/>
          </p:nvSpPr>
          <p:spPr>
            <a:xfrm>
              <a:off x="7924830" y="479654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1AD71A6-E025-8781-93CD-9E78153B7828}"/>
                </a:ext>
              </a:extLst>
            </p:cNvPr>
            <p:cNvCxnSpPr>
              <a:cxnSpLocks/>
              <a:stCxn id="3" idx="4"/>
              <a:endCxn id="5" idx="1"/>
            </p:cNvCxnSpPr>
            <p:nvPr/>
          </p:nvCxnSpPr>
          <p:spPr>
            <a:xfrm>
              <a:off x="5556028" y="2455677"/>
              <a:ext cx="320316" cy="8862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13A927-3164-2439-2DA4-66085CD8FBAB}"/>
                </a:ext>
              </a:extLst>
            </p:cNvPr>
            <p:cNvCxnSpPr>
              <a:cxnSpLocks/>
              <a:stCxn id="4" idx="2"/>
              <a:endCxn id="5" idx="6"/>
            </p:cNvCxnSpPr>
            <p:nvPr/>
          </p:nvCxnSpPr>
          <p:spPr>
            <a:xfrm flipH="1">
              <a:off x="6622474" y="3545982"/>
              <a:ext cx="1482665" cy="124797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3C5F6C-F2BD-D104-B37D-586E7039879A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6494458" y="3999660"/>
              <a:ext cx="1558388" cy="93311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1753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167C1CD7-901C-058D-0A46-5161C54AC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29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81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</Words>
  <Application>Microsoft Office PowerPoint</Application>
  <PresentationFormat>Widescreen</PresentationFormat>
  <Paragraphs>136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Mok, Ryan</dc:creator>
  <cp:lastModifiedBy>Ryan Mok</cp:lastModifiedBy>
  <cp:revision>20</cp:revision>
  <dcterms:created xsi:type="dcterms:W3CDTF">2025-03-14T12:55:34Z</dcterms:created>
  <dcterms:modified xsi:type="dcterms:W3CDTF">2026-06-03T16:28:01Z</dcterms:modified>
</cp:coreProperties>
</file>