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6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-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D2E0-B1D2-5AC1-A4FA-E8B171B6C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A8DB7-BB6D-E098-9E3B-9A7A5A8E9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D178C-47C9-D6E1-ABB5-BBD64D70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3064E-7397-B158-10E8-E616CE86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2299B-54D3-FF6B-A5D7-8DA4C74C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4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E640-187E-C435-3585-28A8C579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AAFF-D9AA-A5B1-F2C5-CCD49A2B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67693-DB9C-FECF-11EF-5EBACF5E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9808A-AB9E-6081-EB67-FF05EBB3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FD0FC-2AE5-C555-5382-53D4BD97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0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4CA7-5D16-7588-439F-5E73AB26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ACA74-B071-BCF7-2F80-131AD915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22420-F588-3084-2D59-224FD538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EC868-0A1E-76E4-E494-4018C328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DF3A-B2DB-0DC3-50DA-07045B24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2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F691-15D1-7BCE-EF01-94F4EA86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DB4-61FE-E97B-96B8-95FAA6249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6DAF2-1217-152D-522B-56F62477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7C899-31BE-4A04-3E15-85805200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CDD8-25C9-1F7A-82E0-080288AD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DD448-56E6-CC60-8F94-17A28327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8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F565-EA3E-F7E7-29C4-07C7064D9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50C34-BA48-42D2-606E-7E4F8C35E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4FFBC-F5D1-B6CD-FDDE-0B556C26A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BB8BE-D2CC-36C0-A674-7C971B9AB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C2393-2A02-2AAA-FF07-0F60D818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89EEF-8D13-86BB-6D11-7A0C4E51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DF883-48CE-EAC7-36E6-82248A36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F19F7-5E15-C9C6-508E-53BE65F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05C-F064-09DA-CCCA-16D103AD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553B4-0117-7029-B73A-0CC20C64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2CC59-DD52-1974-565E-67A92BD5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408E3-B4C5-76F5-B88A-4D462470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9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D0C49-B947-4333-86F4-977DD18F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CA281-0905-DCDD-8C0D-D7C2FBB8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B0B7D-448F-0D23-E65D-C288ED22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2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DA81-74D6-361B-2536-F87C57C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939A-3B82-0192-DDCA-430BA105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BC256-AC30-113F-5A9A-EE863796F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BAC8-4E09-386D-D6F5-FB2A423A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14467-C7BE-890C-B189-C8A0919A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ECDB-9057-CD1A-7C01-22268FC8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6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4A83-79BA-9CA6-FE20-E5066E01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E3907-278F-A507-B79C-EAA972D49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A1CB1-5D7E-3172-87C5-98C52447A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7082-F478-6631-EF78-2B7607AA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F4481-7DC0-FD7A-E45F-EDAB11D3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45053-9B3E-5900-346D-102DD5E6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2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9472-C0AB-B946-3FCA-50ED2FE7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D62A5-CCC7-4A12-1D4D-9B85245BF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D047-60A3-02AE-EE91-E3927592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EC6E5-37B7-7C42-7570-9C1716D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4337-FBF1-8B05-AF72-946F1CAF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5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74E5B-6F76-538F-4493-6D28105A2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DE6FB-4AC9-ED72-2E85-DF6443DCD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1A89-024A-D5F7-63A6-C999FE8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6F12-0183-18E0-58EA-DB915385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59F51-16D3-CA52-D878-EC6DDA1F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8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16DCF-9C2C-A36A-89DA-9CA209A0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B4CD3-3330-9340-104F-70E0847DA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8BB1-0ED5-3219-AB4E-A0652818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4CA68-1E24-4B4A-B799-9C3DECDBF40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862A0-4D9F-854E-011F-D9AC64E53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DB94-965E-37C8-1ADD-4E3EA65EF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2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35.png"/><Relationship Id="rId7" Type="http://schemas.openxmlformats.org/officeDocument/2006/relationships/image" Target="../media/image27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B396D8F-0779-022E-990E-F2757AEA818E}"/>
              </a:ext>
            </a:extLst>
          </p:cNvPr>
          <p:cNvGrpSpPr>
            <a:grpSpLocks noChangeAspect="1"/>
          </p:cNvGrpSpPr>
          <p:nvPr/>
        </p:nvGrpSpPr>
        <p:grpSpPr>
          <a:xfrm>
            <a:off x="1762931" y="806780"/>
            <a:ext cx="7623458" cy="4322812"/>
            <a:chOff x="286274" y="1053326"/>
            <a:chExt cx="3779880" cy="21433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AEBF167-934A-AA9C-CB40-12EC20FB4A11}"/>
                </a:ext>
              </a:extLst>
            </p:cNvPr>
            <p:cNvSpPr/>
            <p:nvPr/>
          </p:nvSpPr>
          <p:spPr>
            <a:xfrm>
              <a:off x="535574" y="2525444"/>
              <a:ext cx="433421" cy="4612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7F797A-81F5-2190-BDD3-AFFDBF2FB8C8}"/>
                </a:ext>
              </a:extLst>
            </p:cNvPr>
            <p:cNvSpPr/>
            <p:nvPr/>
          </p:nvSpPr>
          <p:spPr>
            <a:xfrm>
              <a:off x="968995" y="1330322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706576-10FB-C8E1-8566-FEEEB650CD21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835F29-9C71-8279-E966-65DAB684F6D0}"/>
                </a:ext>
              </a:extLst>
            </p:cNvPr>
            <p:cNvSpPr/>
            <p:nvPr/>
          </p:nvSpPr>
          <p:spPr>
            <a:xfrm>
              <a:off x="3297667" y="2735450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B4E76A-8B3D-8FFA-2DC6-FED23A31CABB}"/>
                </a:ext>
              </a:extLst>
            </p:cNvPr>
            <p:cNvCxnSpPr>
              <a:cxnSpLocks/>
              <a:stCxn id="5" idx="0"/>
              <a:endCxn id="6" idx="3"/>
            </p:cNvCxnSpPr>
            <p:nvPr/>
          </p:nvCxnSpPr>
          <p:spPr>
            <a:xfrm flipV="1">
              <a:off x="752285" y="1724000"/>
              <a:ext cx="280183" cy="8014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2EFFA1-D9EB-E998-B465-91961A67D73A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402416" y="1560933"/>
              <a:ext cx="13638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E598E7-0145-C999-1BEE-E9DA5F7D5D7F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378207" cy="10114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3299387F-AC6C-608E-C210-2A56FE4C0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05827" y="2148193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3299387F-AC6C-608E-C210-2A56FE4C0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827" y="2148193"/>
                  <a:ext cx="925261" cy="4543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Subtitle 2">
                  <a:extLst>
                    <a:ext uri="{FF2B5EF4-FFF2-40B4-BE49-F238E27FC236}">
                      <a16:creationId xmlns:a16="http://schemas.microsoft.com/office/drawing/2014/main" id="{87D1B4FD-0F68-072B-0B07-8A77A903C6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14433" y="1235636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Subtitle 2">
                  <a:extLst>
                    <a:ext uri="{FF2B5EF4-FFF2-40B4-BE49-F238E27FC236}">
                      <a16:creationId xmlns:a16="http://schemas.microsoft.com/office/drawing/2014/main" id="{87D1B4FD-0F68-072B-0B07-8A77A903C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4433" y="1235636"/>
                  <a:ext cx="925261" cy="4543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Subtitle 2">
                  <a:extLst>
                    <a:ext uri="{FF2B5EF4-FFF2-40B4-BE49-F238E27FC236}">
                      <a16:creationId xmlns:a16="http://schemas.microsoft.com/office/drawing/2014/main" id="{27614250-F42A-934F-230C-1A586E628F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6274" y="1866383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4" name="Subtitle 2">
                  <a:extLst>
                    <a:ext uri="{FF2B5EF4-FFF2-40B4-BE49-F238E27FC236}">
                      <a16:creationId xmlns:a16="http://schemas.microsoft.com/office/drawing/2014/main" id="{27614250-F42A-934F-230C-1A586E628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274" y="1866383"/>
                  <a:ext cx="925261" cy="4543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ACC446DC-1BDF-6B08-7BF7-6F8136FECB46}"/>
                </a:ext>
              </a:extLst>
            </p:cNvPr>
            <p:cNvSpPr/>
            <p:nvPr/>
          </p:nvSpPr>
          <p:spPr>
            <a:xfrm rot="5812039">
              <a:off x="683624" y="1098435"/>
              <a:ext cx="914400" cy="914400"/>
            </a:xfrm>
            <a:prstGeom prst="arc">
              <a:avLst>
                <a:gd name="adj1" fmla="val 15971330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4CC109CA-275B-9392-B852-48084C5167D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4CC109CA-275B-9392-B852-48084C516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CB0AA2D5-0FD9-B59E-79A9-3475E9FE52FE}"/>
                </a:ext>
              </a:extLst>
            </p:cNvPr>
            <p:cNvSpPr/>
            <p:nvPr/>
          </p:nvSpPr>
          <p:spPr>
            <a:xfrm rot="9293077">
              <a:off x="2518519" y="1053326"/>
              <a:ext cx="914400" cy="914400"/>
            </a:xfrm>
            <a:prstGeom prst="arc">
              <a:avLst>
                <a:gd name="adj1" fmla="val 15971330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ubtitle 2">
                  <a:extLst>
                    <a:ext uri="{FF2B5EF4-FFF2-40B4-BE49-F238E27FC236}">
                      <a16:creationId xmlns:a16="http://schemas.microsoft.com/office/drawing/2014/main" id="{5BA122A2-A969-2238-65BA-22E1E85D71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237613" y="1852530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8" name="Subtitle 2">
                  <a:extLst>
                    <a:ext uri="{FF2B5EF4-FFF2-40B4-BE49-F238E27FC236}">
                      <a16:creationId xmlns:a16="http://schemas.microsoft.com/office/drawing/2014/main" id="{5BA122A2-A969-2238-65BA-22E1E85D7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7613" y="1852530"/>
                  <a:ext cx="925261" cy="4543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4A37176-ECE2-D702-EBDB-251F71C222DF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 flipV="1">
              <a:off x="3199644" y="1555635"/>
              <a:ext cx="583754" cy="529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47B8E71-D861-3B46-F341-1504B5FA13A4}"/>
                </a:ext>
              </a:extLst>
            </p:cNvPr>
            <p:cNvSpPr/>
            <p:nvPr/>
          </p:nvSpPr>
          <p:spPr>
            <a:xfrm rot="5812039">
              <a:off x="2657510" y="1126478"/>
              <a:ext cx="914400" cy="914400"/>
            </a:xfrm>
            <a:prstGeom prst="arc">
              <a:avLst>
                <a:gd name="adj1" fmla="val 15586163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Subtitle 2">
                  <a:extLst>
                    <a:ext uri="{FF2B5EF4-FFF2-40B4-BE49-F238E27FC236}">
                      <a16:creationId xmlns:a16="http://schemas.microsoft.com/office/drawing/2014/main" id="{40FC95FA-A272-2753-5CFF-EAA8620383B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0893" y="1775369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1" name="Subtitle 2">
                  <a:extLst>
                    <a:ext uri="{FF2B5EF4-FFF2-40B4-BE49-F238E27FC236}">
                      <a16:creationId xmlns:a16="http://schemas.microsoft.com/office/drawing/2014/main" id="{40FC95FA-A272-2753-5CFF-EAA862038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893" y="1775369"/>
                  <a:ext cx="925261" cy="4543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4942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2CBF-B0D0-E08E-4507-D8658F7F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B5C7E8-B34F-C3C3-5586-471E3030F5D5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E0BB9EC-BA8F-94E9-E685-6876823C1E58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600623A-672B-A6E4-F5A2-6F48272BB9E8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8FE9F2D-F11E-9939-74BC-FBD846CAD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6EFA2F1-6856-E2E9-2421-3EC2C9B21531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F473764-C99D-7DF5-250F-9086F1F1FA4D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7B22443-9E25-BA79-A7E1-7CE1977015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8CA5992-5514-D9B8-E573-1BF7ED8BB93B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D4247FA-C177-7D99-76F9-FED28C197285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9BC4C2D-22A8-A6AF-0C76-EB56737214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EBC0B4B-BB30-BAD6-1674-DAF82B997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2691209E-6225-8F39-C28B-844F378DC98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2691209E-6225-8F39-C28B-844F378DC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C589C22E-92CB-F0CE-96EE-2B9A471A19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C589C22E-92CB-F0CE-96EE-2B9A471A1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8D4F4424-C998-94C8-1FD3-A940BDC4BF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8D4F4424-C998-94C8-1FD3-A940BDC4BF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5B3689C0-7D25-BC39-F45D-28F4545720EC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52E08CE7-5B23-1E6C-C2F2-EEADF61DA28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52E08CE7-5B23-1E6C-C2F2-EEADF61DA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21189080-5D27-7252-7C37-F12D8CD4CD8F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034F8E5-989E-2946-8D02-204272A1F4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034F8E5-989E-2946-8D02-204272A1F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CC6DFA05-F0C9-00B6-2388-5213338A7190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DF6E5C7E-569B-F30F-F70B-A2AD805DE8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DF6E5C7E-569B-F30F-F70B-A2AD805DE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6925563-7DB5-38A6-DA8C-5FAC7B95DEB5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45DEC39-D7D5-B6B5-4D16-C30B8D3A5EDF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38029F5-A834-D711-FE86-19F51610A9D0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878765-9FC4-8014-3347-6AE84CD567E3}"/>
              </a:ext>
            </a:extLst>
          </p:cNvPr>
          <p:cNvGrpSpPr/>
          <p:nvPr/>
        </p:nvGrpSpPr>
        <p:grpSpPr>
          <a:xfrm>
            <a:off x="6330218" y="989376"/>
            <a:ext cx="3826118" cy="4879248"/>
            <a:chOff x="6463825" y="920422"/>
            <a:chExt cx="3826118" cy="487924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119DC33-C105-163A-7AAD-7EE67C469D01}"/>
                </a:ext>
              </a:extLst>
            </p:cNvPr>
            <p:cNvGrpSpPr/>
            <p:nvPr/>
          </p:nvGrpSpPr>
          <p:grpSpPr>
            <a:xfrm>
              <a:off x="6463825" y="920422"/>
              <a:ext cx="3732304" cy="4879248"/>
              <a:chOff x="6680503" y="904715"/>
              <a:chExt cx="3732304" cy="487924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F485250-6818-B27E-3508-52F7758DF4C8}"/>
                  </a:ext>
                </a:extLst>
              </p:cNvPr>
              <p:cNvSpPr/>
              <p:nvPr/>
            </p:nvSpPr>
            <p:spPr>
              <a:xfrm>
                <a:off x="9538661" y="904715"/>
                <a:ext cx="874146" cy="93021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4E9D88-7A00-87E9-1087-4F014718605D}"/>
                  </a:ext>
                </a:extLst>
              </p:cNvPr>
              <p:cNvSpPr/>
              <p:nvPr/>
            </p:nvSpPr>
            <p:spPr>
              <a:xfrm>
                <a:off x="8131473" y="2012263"/>
                <a:ext cx="874146" cy="930217"/>
              </a:xfrm>
              <a:prstGeom prst="ellipse">
                <a:avLst/>
              </a:prstGeom>
              <a:solidFill>
                <a:srgbClr val="E06E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1B4D933-F9C6-4C9D-291E-5004C7BDD90F}"/>
                  </a:ext>
                </a:extLst>
              </p:cNvPr>
              <p:cNvSpPr/>
              <p:nvPr/>
            </p:nvSpPr>
            <p:spPr>
              <a:xfrm>
                <a:off x="8131473" y="3923529"/>
                <a:ext cx="874146" cy="930217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5E06088-46E4-877B-3B5B-BE205D5AB109}"/>
                  </a:ext>
                </a:extLst>
              </p:cNvPr>
              <p:cNvSpPr/>
              <p:nvPr/>
            </p:nvSpPr>
            <p:spPr>
              <a:xfrm>
                <a:off x="6680503" y="4853746"/>
                <a:ext cx="874146" cy="930217"/>
              </a:xfrm>
              <a:prstGeom prst="ellipse">
                <a:avLst/>
              </a:prstGeom>
              <a:solidFill>
                <a:srgbClr val="E06E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9530B2C-90EE-0AC3-B80D-911AF7B2E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0566" y="1638334"/>
                <a:ext cx="699962" cy="566014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5FCFC40-38F1-BBE0-EF17-1890EFDFEB45}"/>
                  </a:ext>
                </a:extLst>
              </p:cNvPr>
              <p:cNvCxnSpPr>
                <a:cxnSpLocks/>
                <a:stCxn id="27" idx="4"/>
                <a:endCxn id="28" idx="0"/>
              </p:cNvCxnSpPr>
              <p:nvPr/>
            </p:nvCxnSpPr>
            <p:spPr>
              <a:xfrm>
                <a:off x="8568546" y="2942480"/>
                <a:ext cx="0" cy="98104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8C94D5B-FC7B-4932-BBD3-02F18849C8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93080" y="4608710"/>
                <a:ext cx="692812" cy="45238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75866DDC-B14C-4CD6-1EDF-BD23B86A2881}"/>
                  </a:ext>
                </a:extLst>
              </p:cNvPr>
              <p:cNvSpPr/>
              <p:nvPr/>
            </p:nvSpPr>
            <p:spPr>
              <a:xfrm rot="3478222">
                <a:off x="7326142" y="1476707"/>
                <a:ext cx="1988787" cy="1593762"/>
              </a:xfrm>
              <a:prstGeom prst="arc">
                <a:avLst>
                  <a:gd name="adj1" fmla="val 17309620"/>
                  <a:gd name="adj2" fmla="val 1042114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Subtitle 2">
                    <a:extLst>
                      <a:ext uri="{FF2B5EF4-FFF2-40B4-BE49-F238E27FC236}">
                        <a16:creationId xmlns:a16="http://schemas.microsoft.com/office/drawing/2014/main" id="{3B35BBC1-45CF-5BA1-6A40-6F8CD4A08D6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443895" y="2512631"/>
                    <a:ext cx="1866114" cy="916369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just">
                      <a:lnSpc>
                        <a:spcPct val="110000"/>
                      </a:lnSpc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𝛽</m:t>
                          </m:r>
                        </m:oMath>
                      </m:oMathPara>
                    </a14:m>
                    <a:endParaRPr lang="en-US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0" name="Subtitle 2">
                    <a:extLst>
                      <a:ext uri="{FF2B5EF4-FFF2-40B4-BE49-F238E27FC236}">
                        <a16:creationId xmlns:a16="http://schemas.microsoft.com/office/drawing/2014/main" id="{3B35BBC1-45CF-5BA1-6A40-6F8CD4A08D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895" y="2512631"/>
                    <a:ext cx="1866114" cy="9163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70D7162-3586-7B87-DABC-E0CF114EE2A9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8568546" y="1369824"/>
                <a:ext cx="0" cy="6424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40E8CCE8-10BB-0042-72E7-3FC4B53FD35B}"/>
                  </a:ext>
                </a:extLst>
              </p:cNvPr>
              <p:cNvSpPr/>
              <p:nvPr/>
            </p:nvSpPr>
            <p:spPr>
              <a:xfrm rot="18161913">
                <a:off x="8226298" y="1698942"/>
                <a:ext cx="978553" cy="919528"/>
              </a:xfrm>
              <a:prstGeom prst="arc">
                <a:avLst>
                  <a:gd name="adj1" fmla="val 18587795"/>
                  <a:gd name="adj2" fmla="val 2325533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Subtitle 2">
                    <a:extLst>
                      <a:ext uri="{FF2B5EF4-FFF2-40B4-BE49-F238E27FC236}">
                        <a16:creationId xmlns:a16="http://schemas.microsoft.com/office/drawing/2014/main" id="{F3E59321-CF98-569C-2CD3-D9134F5657B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485319" y="1176217"/>
                    <a:ext cx="1145209" cy="610007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just">
                      <a:lnSpc>
                        <a:spcPct val="110000"/>
                      </a:lnSpc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𝜌</m:t>
                          </m:r>
                        </m:oMath>
                      </m:oMathPara>
                    </a14:m>
                    <a:endParaRPr lang="en-US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Subtitle 2">
                    <a:extLst>
                      <a:ext uri="{FF2B5EF4-FFF2-40B4-BE49-F238E27FC236}">
                        <a16:creationId xmlns:a16="http://schemas.microsoft.com/office/drawing/2014/main" id="{F3E59321-CF98-569C-2CD3-D9134F5657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5319" y="1176217"/>
                    <a:ext cx="1145209" cy="61000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95B7227-844A-7606-3161-94EB4A385544}"/>
                </a:ext>
              </a:extLst>
            </p:cNvPr>
            <p:cNvCxnSpPr/>
            <p:nvPr/>
          </p:nvCxnSpPr>
          <p:spPr>
            <a:xfrm flipH="1">
              <a:off x="9057659" y="3939236"/>
              <a:ext cx="7123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F5A4E5D-A1F0-16F6-979E-2D1887F0D08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9402533" y="3609504"/>
              <a:ext cx="7123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ubtitle 2">
                  <a:extLst>
                    <a:ext uri="{FF2B5EF4-FFF2-40B4-BE49-F238E27FC236}">
                      <a16:creationId xmlns:a16="http://schemas.microsoft.com/office/drawing/2014/main" id="{C5A7F3DB-78E8-2AAC-F7A5-A8A8D53B4A2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728219" y="3362537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1" name="Subtitle 2">
                  <a:extLst>
                    <a:ext uri="{FF2B5EF4-FFF2-40B4-BE49-F238E27FC236}">
                      <a16:creationId xmlns:a16="http://schemas.microsoft.com/office/drawing/2014/main" id="{C5A7F3DB-78E8-2AAC-F7A5-A8A8D53B4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8219" y="3362537"/>
                  <a:ext cx="561724" cy="45359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EC34E516-0FF3-56D2-F32F-4B0E7F5B2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226014" y="3895610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EC34E516-0FF3-56D2-F32F-4B0E7F5B2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6014" y="3895610"/>
                  <a:ext cx="561724" cy="45359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C10C6CF-AA59-5D25-D314-9A6CCB3E52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560355" y="4435356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C10C6CF-AA59-5D25-D314-9A6CCB3E52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0355" y="4435356"/>
                  <a:ext cx="561724" cy="453591"/>
                </a:xfrm>
                <a:prstGeom prst="rect">
                  <a:avLst/>
                </a:prstGeom>
                <a:blipFill>
                  <a:blip r:embed="rId12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C14DF20-906F-F107-82AA-B0F4EF1C73D6}"/>
                </a:ext>
              </a:extLst>
            </p:cNvPr>
            <p:cNvGrpSpPr/>
            <p:nvPr/>
          </p:nvGrpSpPr>
          <p:grpSpPr>
            <a:xfrm>
              <a:off x="9365765" y="4619283"/>
              <a:ext cx="282025" cy="288686"/>
              <a:chOff x="8897973" y="5016961"/>
              <a:chExt cx="585713" cy="59954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8A148A5-7A34-F8EF-AB0D-77D0AFFB909C}"/>
                  </a:ext>
                </a:extLst>
              </p:cNvPr>
              <p:cNvSpPr/>
              <p:nvPr/>
            </p:nvSpPr>
            <p:spPr>
              <a:xfrm>
                <a:off x="8897973" y="5016961"/>
                <a:ext cx="585713" cy="59954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4E27035-E539-7C97-AF98-8C38ED35C940}"/>
                  </a:ext>
                </a:extLst>
              </p:cNvPr>
              <p:cNvSpPr/>
              <p:nvPr/>
            </p:nvSpPr>
            <p:spPr>
              <a:xfrm>
                <a:off x="9000580" y="5121992"/>
                <a:ext cx="380497" cy="38948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A30391D-C995-7A3D-6C68-19DABFBE0045}"/>
                  </a:ext>
                </a:extLst>
              </p:cNvPr>
              <p:cNvSpPr/>
              <p:nvPr/>
            </p:nvSpPr>
            <p:spPr>
              <a:xfrm flipH="1">
                <a:off x="9113326" y="5237401"/>
                <a:ext cx="155004" cy="15866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22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4028-FB6C-930A-D570-F46ABD9E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C34F23-8C61-FF5D-DD17-0DA58470BA74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221E6-4C8F-FB31-54F7-01688666C8B7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66FFF71-9DD2-1043-7CD3-5C13FF195ADB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8EEA877-2817-9E74-D614-4E87F59F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F1D4AD-EF3A-1025-C08F-ECAEA5556105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EFD5526-5C41-F2FE-7207-0E1C3C2126DA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2F2846E-C7DF-17DC-AA40-5900E911A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1165A1-9B87-A0F9-31C8-16BE7EA1D084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B498BC1-78CB-E17C-479D-CEC938ED0C5B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AAEDA14-24D9-79CE-9EED-8B27E53D2E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EBE19DF-523D-B1FA-FF8F-E5B316EEEA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10C184D0-6BD7-30C5-9F08-36D02EAAEA2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10C184D0-6BD7-30C5-9F08-36D02EAAE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91455A51-F5E8-FA7E-A25A-6DF4B549527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91455A51-F5E8-FA7E-A25A-6DF4B5495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CDD07477-D0E5-477C-9D5D-CA27AF65A4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CDD07477-D0E5-477C-9D5D-CA27AF65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9B7E832E-52F0-4E2A-48DE-04DB7FB16B50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C6F04E9A-82A5-B00C-A969-F342333C49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C6F04E9A-82A5-B00C-A969-F342333C4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A3C57DCA-0B3F-9FA0-D734-D300A7A341B4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5D93EC00-E295-F9B0-25EC-C4D079DE145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5D93EC00-E295-F9B0-25EC-C4D079DE14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5E50DF15-F154-253E-8C76-14713A2D8913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2C651EA8-0D32-D0D3-EBEF-6DFD48D21E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2C651EA8-0D32-D0D3-EBEF-6DFD48D21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D7F1DCA-BBF5-6E38-546E-3C8AF98B705F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2118B5C-9214-C9E6-A48C-97C56AF9A8C6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68F89D1-9D41-873E-07F1-5563159E6294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8423A0-6FB4-A2A3-5F3A-A3C04638AFD2}"/>
              </a:ext>
            </a:extLst>
          </p:cNvPr>
          <p:cNvGrpSpPr/>
          <p:nvPr/>
        </p:nvGrpSpPr>
        <p:grpSpPr>
          <a:xfrm>
            <a:off x="6071388" y="632791"/>
            <a:ext cx="4552360" cy="5748873"/>
            <a:chOff x="6214382" y="562231"/>
            <a:chExt cx="4552360" cy="5748873"/>
          </a:xfrm>
        </p:grpSpPr>
        <p:pic>
          <p:nvPicPr>
            <p:cNvPr id="3" name="Picture 2" descr="A screenshot of a diagram&#10;&#10;AI-generated content may be incorrect.">
              <a:extLst>
                <a:ext uri="{FF2B5EF4-FFF2-40B4-BE49-F238E27FC236}">
                  <a16:creationId xmlns:a16="http://schemas.microsoft.com/office/drawing/2014/main" id="{694D96ED-D459-D7AB-67E4-2619979D9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4382" y="562231"/>
              <a:ext cx="4552360" cy="574887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34CDE9CE-CE77-320A-ACDF-EC48F12FB4CD}"/>
                    </a:ext>
                  </a:extLst>
                </p:cNvPr>
                <p:cNvSpPr/>
                <p:nvPr/>
              </p:nvSpPr>
              <p:spPr>
                <a:xfrm>
                  <a:off x="7007630" y="2541991"/>
                  <a:ext cx="414600" cy="39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34CDE9CE-CE77-320A-ACDF-EC48F12FB4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7630" y="2541991"/>
                  <a:ext cx="414600" cy="39758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ACDC73D-7FBF-A6EF-29AF-65EC097E8A40}"/>
                    </a:ext>
                  </a:extLst>
                </p:cNvPr>
                <p:cNvSpPr/>
                <p:nvPr/>
              </p:nvSpPr>
              <p:spPr>
                <a:xfrm>
                  <a:off x="8623218" y="4541603"/>
                  <a:ext cx="414600" cy="39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ACDC73D-7FBF-A6EF-29AF-65EC097E8A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218" y="4541603"/>
                  <a:ext cx="414600" cy="397589"/>
                </a:xfrm>
                <a:prstGeom prst="rect">
                  <a:avLst/>
                </a:prstGeom>
                <a:blipFill>
                  <a:blip r:embed="rId10"/>
                  <a:stretch>
                    <a:fillRect b="-615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4AAAFD5-6490-8646-68D0-1C1BEAB5D23D}"/>
                    </a:ext>
                  </a:extLst>
                </p:cNvPr>
                <p:cNvSpPr/>
                <p:nvPr/>
              </p:nvSpPr>
              <p:spPr>
                <a:xfrm>
                  <a:off x="7805666" y="3778624"/>
                  <a:ext cx="278275" cy="23539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4AAAFD5-6490-8646-68D0-1C1BEAB5D2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5666" y="3778624"/>
                  <a:ext cx="278275" cy="235398"/>
                </a:xfrm>
                <a:prstGeom prst="rect">
                  <a:avLst/>
                </a:prstGeom>
                <a:blipFill>
                  <a:blip r:embed="rId11"/>
                  <a:stretch>
                    <a:fillRect b="-256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D426E74A-C6F1-6F7E-2962-6DAF983A22F9}"/>
                </a:ext>
              </a:extLst>
            </p:cNvPr>
            <p:cNvSpPr/>
            <p:nvPr/>
          </p:nvSpPr>
          <p:spPr>
            <a:xfrm rot="6903910">
              <a:off x="7632424" y="4795592"/>
              <a:ext cx="1013563" cy="915975"/>
            </a:xfrm>
            <a:prstGeom prst="arc">
              <a:avLst>
                <a:gd name="adj1" fmla="val 15685842"/>
                <a:gd name="adj2" fmla="val 20464355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472D4D-3327-900D-1975-B3F411F19733}"/>
                </a:ext>
              </a:extLst>
            </p:cNvPr>
            <p:cNvCxnSpPr>
              <a:cxnSpLocks/>
            </p:cNvCxnSpPr>
            <p:nvPr/>
          </p:nvCxnSpPr>
          <p:spPr>
            <a:xfrm>
              <a:off x="8093880" y="5065798"/>
              <a:ext cx="0" cy="102503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62D2DBF-C9EE-F05A-3988-B969A3B6ECC0}"/>
                    </a:ext>
                  </a:extLst>
                </p:cNvPr>
                <p:cNvSpPr/>
                <p:nvPr/>
              </p:nvSpPr>
              <p:spPr>
                <a:xfrm>
                  <a:off x="8317654" y="5731655"/>
                  <a:ext cx="366661" cy="2578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62D2DBF-C9EE-F05A-3988-B969A3B6E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7654" y="5731655"/>
                  <a:ext cx="366661" cy="257895"/>
                </a:xfrm>
                <a:prstGeom prst="rect">
                  <a:avLst/>
                </a:prstGeom>
                <a:blipFill>
                  <a:blip r:embed="rId12"/>
                  <a:stretch>
                    <a:fillRect b="-3809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3213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2620-306A-F991-A14E-80D1DDE5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6EE1E8A-A017-2F59-B1B8-1CADC0F5299E}"/>
              </a:ext>
            </a:extLst>
          </p:cNvPr>
          <p:cNvGrpSpPr/>
          <p:nvPr/>
        </p:nvGrpSpPr>
        <p:grpSpPr>
          <a:xfrm>
            <a:off x="2801703" y="597224"/>
            <a:ext cx="5548547" cy="5733536"/>
            <a:chOff x="2801703" y="597224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1EB2D513-93AA-DFE2-FFA0-1CE25BBC32D0}"/>
                </a:ext>
              </a:extLst>
            </p:cNvPr>
            <p:cNvSpPr/>
            <p:nvPr/>
          </p:nvSpPr>
          <p:spPr>
            <a:xfrm>
              <a:off x="4070350" y="3124200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DD559D7-058D-0F01-B5FF-EBADA1BB1E52}"/>
                </a:ext>
              </a:extLst>
            </p:cNvPr>
            <p:cNvCxnSpPr>
              <a:cxnSpLocks/>
            </p:cNvCxnSpPr>
            <p:nvPr/>
          </p:nvCxnSpPr>
          <p:spPr>
            <a:xfrm>
              <a:off x="6923096" y="3264195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D633C7B-00C5-B558-6402-FBD529855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5457" y="4659521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FE86E9-6C3B-B8DC-D755-721F45CE2730}"/>
                </a:ext>
              </a:extLst>
            </p:cNvPr>
            <p:cNvSpPr/>
            <p:nvPr/>
          </p:nvSpPr>
          <p:spPr>
            <a:xfrm>
              <a:off x="2806995" y="1004777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1D84130-7DCB-EF51-9075-33866B208867}"/>
                </a:ext>
              </a:extLst>
            </p:cNvPr>
            <p:cNvCxnSpPr>
              <a:cxnSpLocks/>
            </p:cNvCxnSpPr>
            <p:nvPr/>
          </p:nvCxnSpPr>
          <p:spPr>
            <a:xfrm>
              <a:off x="2801703" y="1892540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B039A57-A0A9-9144-24DE-A1BBF2691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4200" y="1139168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22691AF-937C-E9E9-2809-EB67F7FCD2CD}"/>
                </a:ext>
              </a:extLst>
            </p:cNvPr>
            <p:cNvSpPr/>
            <p:nvPr/>
          </p:nvSpPr>
          <p:spPr>
            <a:xfrm>
              <a:off x="3605703" y="372930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247FBD3-6029-981F-E990-0365E20783D2}"/>
                </a:ext>
              </a:extLst>
            </p:cNvPr>
            <p:cNvSpPr/>
            <p:nvPr/>
          </p:nvSpPr>
          <p:spPr>
            <a:xfrm>
              <a:off x="5221854" y="59722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E122B09-3A5D-5B20-64BB-78C4E54F57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18375" y="4368800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C9F5613-CF52-62A6-4667-4F07CB7C0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7897" y="3264195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674C25F-0DC8-4526-29E1-4A3F2F19AD73}"/>
                </a:ext>
              </a:extLst>
            </p:cNvPr>
            <p:cNvSpPr/>
            <p:nvPr/>
          </p:nvSpPr>
          <p:spPr>
            <a:xfrm>
              <a:off x="5136948" y="5400543"/>
              <a:ext cx="874146" cy="930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5A9AD79-BBD8-6318-07B4-8152CFB386EA}"/>
                </a:ext>
              </a:extLst>
            </p:cNvPr>
            <p:cNvCxnSpPr>
              <a:cxnSpLocks/>
            </p:cNvCxnSpPr>
            <p:nvPr/>
          </p:nvCxnSpPr>
          <p:spPr>
            <a:xfrm>
              <a:off x="5788016" y="1404816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E69730F-A110-C132-6A5C-21135FD97388}"/>
                </a:ext>
              </a:extLst>
            </p:cNvPr>
            <p:cNvSpPr/>
            <p:nvPr/>
          </p:nvSpPr>
          <p:spPr>
            <a:xfrm>
              <a:off x="6218521" y="2657953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84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A25D-EDA4-DF1E-81C7-4EE2A636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F4680-087C-2E68-574A-33061789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510" y="717808"/>
            <a:ext cx="6785436" cy="2493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3608B3-9C19-8D51-A13E-327AFA573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664" y="3335319"/>
            <a:ext cx="6548282" cy="18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graph of a function&#10;&#10;AI-generated content may be incorrect.">
            <a:extLst>
              <a:ext uri="{FF2B5EF4-FFF2-40B4-BE49-F238E27FC236}">
                <a16:creationId xmlns:a16="http://schemas.microsoft.com/office/drawing/2014/main" id="{90EF15B0-C89F-DF78-A88E-E3C082E19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7" y="20320"/>
            <a:ext cx="1067336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1C13F-9F55-D721-2BA5-780A8FBFE3E2}"/>
              </a:ext>
            </a:extLst>
          </p:cNvPr>
          <p:cNvSpPr txBox="1"/>
          <p:nvPr/>
        </p:nvSpPr>
        <p:spPr>
          <a:xfrm>
            <a:off x="4109338" y="236057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A1D43-A14B-72E4-E824-7A47465CAA3B}"/>
              </a:ext>
            </a:extLst>
          </p:cNvPr>
          <p:cNvSpPr txBox="1"/>
          <p:nvPr/>
        </p:nvSpPr>
        <p:spPr>
          <a:xfrm>
            <a:off x="3839079" y="232286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13AC8-D8B3-A2B7-0A49-426946F2F792}"/>
              </a:ext>
            </a:extLst>
          </p:cNvPr>
          <p:cNvSpPr txBox="1"/>
          <p:nvPr/>
        </p:nvSpPr>
        <p:spPr>
          <a:xfrm>
            <a:off x="4432029" y="232286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A33A6-CC4C-4CD7-8043-921E9EFDE814}"/>
              </a:ext>
            </a:extLst>
          </p:cNvPr>
          <p:cNvSpPr txBox="1"/>
          <p:nvPr/>
        </p:nvSpPr>
        <p:spPr>
          <a:xfrm>
            <a:off x="3517204" y="222074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E73D8-29E6-815A-B618-4DB19AA015EC}"/>
              </a:ext>
            </a:extLst>
          </p:cNvPr>
          <p:cNvSpPr txBox="1"/>
          <p:nvPr/>
        </p:nvSpPr>
        <p:spPr>
          <a:xfrm>
            <a:off x="4786366" y="224902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A1255-4324-6C32-2413-7446DFA51780}"/>
              </a:ext>
            </a:extLst>
          </p:cNvPr>
          <p:cNvSpPr txBox="1"/>
          <p:nvPr/>
        </p:nvSpPr>
        <p:spPr>
          <a:xfrm>
            <a:off x="3000453" y="185140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1A1CF-014C-EB1E-7C38-61E4DC2229A1}"/>
              </a:ext>
            </a:extLst>
          </p:cNvPr>
          <p:cNvSpPr txBox="1"/>
          <p:nvPr/>
        </p:nvSpPr>
        <p:spPr>
          <a:xfrm>
            <a:off x="5729407" y="185140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D07FF-89C1-E6DC-1054-977EE4371A0A}"/>
              </a:ext>
            </a:extLst>
          </p:cNvPr>
          <p:cNvSpPr txBox="1"/>
          <p:nvPr/>
        </p:nvSpPr>
        <p:spPr>
          <a:xfrm>
            <a:off x="2615525" y="128737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685C9-CE0E-089C-7EC2-1E89AC38D7E2}"/>
              </a:ext>
            </a:extLst>
          </p:cNvPr>
          <p:cNvSpPr txBox="1"/>
          <p:nvPr/>
        </p:nvSpPr>
        <p:spPr>
          <a:xfrm>
            <a:off x="7038267" y="113255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A4FE5-9E4E-58F5-66D0-8A80E44C03AB}"/>
              </a:ext>
            </a:extLst>
          </p:cNvPr>
          <p:cNvSpPr txBox="1"/>
          <p:nvPr/>
        </p:nvSpPr>
        <p:spPr>
          <a:xfrm>
            <a:off x="2364143" y="65010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708A1-AD29-1189-5175-6BDC15E76937}"/>
              </a:ext>
            </a:extLst>
          </p:cNvPr>
          <p:cNvSpPr txBox="1"/>
          <p:nvPr/>
        </p:nvSpPr>
        <p:spPr>
          <a:xfrm>
            <a:off x="8097210" y="465437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C990F-4983-8416-C6CA-72756A9D6ED9}"/>
              </a:ext>
            </a:extLst>
          </p:cNvPr>
          <p:cNvSpPr txBox="1"/>
          <p:nvPr/>
        </p:nvSpPr>
        <p:spPr>
          <a:xfrm>
            <a:off x="2129639" y="135673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0EEADA-81B4-1A1F-CA97-BAB70162840D}"/>
              </a:ext>
            </a:extLst>
          </p:cNvPr>
          <p:cNvSpPr txBox="1"/>
          <p:nvPr/>
        </p:nvSpPr>
        <p:spPr>
          <a:xfrm>
            <a:off x="9077485" y="89879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06A3AB-6848-23F9-9BB6-DD7BA09E289B}"/>
              </a:ext>
            </a:extLst>
          </p:cNvPr>
          <p:cNvSpPr txBox="1"/>
          <p:nvPr/>
        </p:nvSpPr>
        <p:spPr>
          <a:xfrm>
            <a:off x="5834620" y="57565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26419-E309-63F8-9C5F-E2F107D21F19}"/>
              </a:ext>
            </a:extLst>
          </p:cNvPr>
          <p:cNvSpPr txBox="1"/>
          <p:nvPr/>
        </p:nvSpPr>
        <p:spPr>
          <a:xfrm>
            <a:off x="5251737" y="571808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60C90-76BC-D713-7E2B-FA848FCDD048}"/>
              </a:ext>
            </a:extLst>
          </p:cNvPr>
          <p:cNvSpPr txBox="1"/>
          <p:nvPr/>
        </p:nvSpPr>
        <p:spPr>
          <a:xfrm>
            <a:off x="6373931" y="572751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F1546D-3267-CEB6-FD12-4AE1E8A8287E}"/>
              </a:ext>
            </a:extLst>
          </p:cNvPr>
          <p:cNvSpPr txBox="1"/>
          <p:nvPr/>
        </p:nvSpPr>
        <p:spPr>
          <a:xfrm>
            <a:off x="4626067" y="562769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12C0E-5F0E-61CC-8FC4-304AD8052D65}"/>
              </a:ext>
            </a:extLst>
          </p:cNvPr>
          <p:cNvSpPr txBox="1"/>
          <p:nvPr/>
        </p:nvSpPr>
        <p:spPr>
          <a:xfrm>
            <a:off x="7215654" y="564098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7F6029-6879-B45B-D03C-303FBBCAB414}"/>
              </a:ext>
            </a:extLst>
          </p:cNvPr>
          <p:cNvSpPr txBox="1"/>
          <p:nvPr/>
        </p:nvSpPr>
        <p:spPr>
          <a:xfrm>
            <a:off x="8238909" y="544302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FCD61-0AD9-F1D1-F03F-969586100A59}"/>
              </a:ext>
            </a:extLst>
          </p:cNvPr>
          <p:cNvSpPr txBox="1"/>
          <p:nvPr/>
        </p:nvSpPr>
        <p:spPr>
          <a:xfrm>
            <a:off x="3639104" y="52622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EE208-8D46-74C4-468F-0A73DAC6D8A8}"/>
              </a:ext>
            </a:extLst>
          </p:cNvPr>
          <p:cNvSpPr txBox="1"/>
          <p:nvPr/>
        </p:nvSpPr>
        <p:spPr>
          <a:xfrm>
            <a:off x="9295565" y="523164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9DC52-75DB-B89C-6376-785292D31785}"/>
              </a:ext>
            </a:extLst>
          </p:cNvPr>
          <p:cNvSpPr txBox="1"/>
          <p:nvPr/>
        </p:nvSpPr>
        <p:spPr>
          <a:xfrm>
            <a:off x="10037563" y="514355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6DE264-ED21-B925-B2E0-E4579F21435D}"/>
              </a:ext>
            </a:extLst>
          </p:cNvPr>
          <p:cNvSpPr txBox="1"/>
          <p:nvPr/>
        </p:nvSpPr>
        <p:spPr>
          <a:xfrm>
            <a:off x="10670729" y="509787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C08B6D-85BB-3E12-1703-C544ED27B5C0}"/>
              </a:ext>
            </a:extLst>
          </p:cNvPr>
          <p:cNvSpPr txBox="1"/>
          <p:nvPr/>
        </p:nvSpPr>
        <p:spPr>
          <a:xfrm>
            <a:off x="2606098" y="4541192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BD868-CA3F-27A7-5F97-6B934E6FEF09}"/>
              </a:ext>
            </a:extLst>
          </p:cNvPr>
          <p:cNvSpPr txBox="1"/>
          <p:nvPr/>
        </p:nvSpPr>
        <p:spPr>
          <a:xfrm>
            <a:off x="2155489" y="3977155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78B0A8-AA8D-BE7A-5FE6-42F0620DA1CE}"/>
              </a:ext>
            </a:extLst>
          </p:cNvPr>
          <p:cNvSpPr txBox="1"/>
          <p:nvPr/>
        </p:nvSpPr>
        <p:spPr>
          <a:xfrm>
            <a:off x="1855398" y="3462725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40EAE53-0721-EEB5-365D-62932950594B}"/>
              </a:ext>
            </a:extLst>
          </p:cNvPr>
          <p:cNvCxnSpPr/>
          <p:nvPr/>
        </p:nvCxnSpPr>
        <p:spPr>
          <a:xfrm flipH="1" flipV="1">
            <a:off x="6103496" y="5051083"/>
            <a:ext cx="323650" cy="7304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E8FA49-2231-6168-C7A8-08F5BF94DE7F}"/>
              </a:ext>
            </a:extLst>
          </p:cNvPr>
          <p:cNvSpPr txBox="1"/>
          <p:nvPr/>
        </p:nvSpPr>
        <p:spPr>
          <a:xfrm>
            <a:off x="4562029" y="4327470"/>
            <a:ext cx="3067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2nd ‘step’ out from the potential energy minimum </a:t>
            </a:r>
          </a:p>
        </p:txBody>
      </p:sp>
    </p:spTree>
    <p:extLst>
      <p:ext uri="{BB962C8B-B14F-4D97-AF65-F5344CB8AC3E}">
        <p14:creationId xmlns:p14="http://schemas.microsoft.com/office/powerpoint/2010/main" val="236376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580654-EAA5-25C1-B307-FB5518EC68CC}"/>
              </a:ext>
            </a:extLst>
          </p:cNvPr>
          <p:cNvGrpSpPr/>
          <p:nvPr/>
        </p:nvGrpSpPr>
        <p:grpSpPr>
          <a:xfrm>
            <a:off x="2243579" y="26988"/>
            <a:ext cx="8505701" cy="6470332"/>
            <a:chOff x="2243579" y="26988"/>
            <a:chExt cx="8505701" cy="64703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1CE477-4C0B-C51B-0E1A-1D013E63D9E8}"/>
                </a:ext>
              </a:extLst>
            </p:cNvPr>
            <p:cNvGrpSpPr/>
            <p:nvPr/>
          </p:nvGrpSpPr>
          <p:grpSpPr>
            <a:xfrm>
              <a:off x="2243579" y="26988"/>
              <a:ext cx="8505701" cy="6470332"/>
              <a:chOff x="2243579" y="26988"/>
              <a:chExt cx="8505701" cy="647033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ADBE73F-251C-FAEE-1CF1-9EAFABCE1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35" t="1764" r="33000" b="1376"/>
              <a:stretch/>
            </p:blipFill>
            <p:spPr>
              <a:xfrm>
                <a:off x="2243579" y="26988"/>
                <a:ext cx="8505701" cy="6470332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1030C97-8FB3-F4CE-2BEA-8DC9611B5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3000" t="15443" r="25250" b="8545"/>
              <a:stretch/>
            </p:blipFill>
            <p:spPr>
              <a:xfrm>
                <a:off x="2243579" y="3315494"/>
                <a:ext cx="3283357" cy="3106410"/>
              </a:xfrm>
              <a:prstGeom prst="rect">
                <a:avLst/>
              </a:prstGeom>
            </p:spPr>
          </p:pic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D9EDA2-AC29-625D-CD46-136C5FF770ED}"/>
                </a:ext>
              </a:extLst>
            </p:cNvPr>
            <p:cNvSpPr/>
            <p:nvPr/>
          </p:nvSpPr>
          <p:spPr>
            <a:xfrm>
              <a:off x="2880957" y="2358362"/>
              <a:ext cx="2008599" cy="297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Relative Energy (cm</a:t>
              </a:r>
              <a:r>
                <a:rPr lang="en-US" sz="1400" b="1" baseline="30000" dirty="0">
                  <a:solidFill>
                    <a:schemeClr val="tx1"/>
                  </a:solidFill>
                </a:rPr>
                <a:t>-1</a:t>
              </a:r>
              <a:r>
                <a:rPr lang="en-US" sz="1400" b="1" dirty="0">
                  <a:solidFill>
                    <a:schemeClr val="tx1"/>
                  </a:solidFill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D7CDBA7-CE65-E920-913C-4B7BD915D5FF}"/>
                    </a:ext>
                  </a:extLst>
                </p:cNvPr>
                <p:cNvSpPr/>
                <p:nvPr/>
              </p:nvSpPr>
              <p:spPr>
                <a:xfrm>
                  <a:off x="2880957" y="6161662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D7CDBA7-CE65-E920-913C-4B7BD915D5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957" y="6161662"/>
                  <a:ext cx="2008599" cy="297950"/>
                </a:xfrm>
                <a:prstGeom prst="rect">
                  <a:avLst/>
                </a:prstGeom>
                <a:blipFill>
                  <a:blip r:embed="rId4"/>
                  <a:stretch>
                    <a:fillRect t="-12245" b="-326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8E82CB9-E83D-30FE-A358-47456CF5A9CE}"/>
                    </a:ext>
                  </a:extLst>
                </p:cNvPr>
                <p:cNvSpPr/>
                <p:nvPr/>
              </p:nvSpPr>
              <p:spPr>
                <a:xfrm rot="5400000">
                  <a:off x="5113087" y="4585572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8E82CB9-E83D-30FE-A358-47456CF5A9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13087" y="4585572"/>
                  <a:ext cx="545403" cy="282294"/>
                </a:xfrm>
                <a:prstGeom prst="rect">
                  <a:avLst/>
                </a:prstGeom>
                <a:blipFill>
                  <a:blip r:embed="rId5"/>
                  <a:stretch>
                    <a:fillRect l="-36170" r="-14894" b="-449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CDCF7D-1C9A-7BDC-CB04-8E7DABAEC115}"/>
                    </a:ext>
                  </a:extLst>
                </p:cNvPr>
                <p:cNvSpPr/>
                <p:nvPr/>
              </p:nvSpPr>
              <p:spPr>
                <a:xfrm>
                  <a:off x="5845382" y="5104693"/>
                  <a:ext cx="988037" cy="3718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CDCF7D-1C9A-7BDC-CB04-8E7DABAEC1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5382" y="5104693"/>
                  <a:ext cx="988037" cy="371873"/>
                </a:xfrm>
                <a:prstGeom prst="rect">
                  <a:avLst/>
                </a:prstGeom>
                <a:blipFill>
                  <a:blip r:embed="rId6"/>
                  <a:stretch>
                    <a:fillRect b="-163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8D4A9D1-969D-AFB4-1FA6-502FF50CC11E}"/>
                    </a:ext>
                  </a:extLst>
                </p:cNvPr>
                <p:cNvSpPr/>
                <p:nvPr/>
              </p:nvSpPr>
              <p:spPr>
                <a:xfrm>
                  <a:off x="9948421" y="4999421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8D4A9D1-969D-AFB4-1FA6-502FF50CC1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8421" y="4999421"/>
                  <a:ext cx="545403" cy="282294"/>
                </a:xfrm>
                <a:prstGeom prst="rect">
                  <a:avLst/>
                </a:prstGeom>
                <a:blipFill>
                  <a:blip r:embed="rId7"/>
                  <a:stretch>
                    <a:fillRect t="-15217" r="-5618" b="-391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1256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A928F58-22DB-B6B1-CE8C-6248C65CC224}"/>
              </a:ext>
            </a:extLst>
          </p:cNvPr>
          <p:cNvGrpSpPr/>
          <p:nvPr/>
        </p:nvGrpSpPr>
        <p:grpSpPr>
          <a:xfrm>
            <a:off x="1212509" y="638826"/>
            <a:ext cx="10010812" cy="5411246"/>
            <a:chOff x="1212509" y="638826"/>
            <a:chExt cx="10010812" cy="541124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82AE39-8CE2-65C8-8FFF-5BFDCC52A26A}"/>
                </a:ext>
              </a:extLst>
            </p:cNvPr>
            <p:cNvGrpSpPr/>
            <p:nvPr/>
          </p:nvGrpSpPr>
          <p:grpSpPr>
            <a:xfrm>
              <a:off x="1212509" y="638826"/>
              <a:ext cx="10010812" cy="5411246"/>
              <a:chOff x="1212509" y="638826"/>
              <a:chExt cx="10010812" cy="54112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9F02B45-EEC5-F898-0A85-BA2A8C1BB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809" t="8086" r="22534" b="9420"/>
              <a:stretch/>
            </p:blipFill>
            <p:spPr>
              <a:xfrm>
                <a:off x="2668044" y="638826"/>
                <a:ext cx="8492647" cy="5226485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E07EF6E-FAC2-2707-F3C9-3C0C40CDA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-222" t="1808" r="91798" b="62242"/>
              <a:stretch/>
            </p:blipFill>
            <p:spPr>
              <a:xfrm>
                <a:off x="10196186" y="719202"/>
                <a:ext cx="1027135" cy="2277648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695EC9F-4EA2-0861-7A2A-A33892EBF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185" r="3808" b="2420"/>
              <a:stretch/>
            </p:blipFill>
            <p:spPr>
              <a:xfrm>
                <a:off x="1212509" y="2455102"/>
                <a:ext cx="3597486" cy="359497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FCBC87-2834-7E99-68EE-38FC694F2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573" t="37362" r="79201" b="58512"/>
              <a:stretch/>
            </p:blipFill>
            <p:spPr>
              <a:xfrm>
                <a:off x="2668044" y="1632557"/>
                <a:ext cx="2161305" cy="325678"/>
              </a:xfrm>
              <a:prstGeom prst="rect">
                <a:avLst/>
              </a:prstGeom>
            </p:spPr>
          </p:pic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5905AC-1009-3B82-75ED-8BB19AEF0137}"/>
                </a:ext>
              </a:extLst>
            </p:cNvPr>
            <p:cNvSpPr/>
            <p:nvPr/>
          </p:nvSpPr>
          <p:spPr>
            <a:xfrm>
              <a:off x="2771776" y="1632557"/>
              <a:ext cx="2366982" cy="325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Relative Energy (cm</a:t>
              </a:r>
              <a:r>
                <a:rPr lang="en-US" sz="1600" b="1" baseline="30000" dirty="0">
                  <a:solidFill>
                    <a:schemeClr val="tx1"/>
                  </a:solidFill>
                </a:rPr>
                <a:t>-1</a:t>
              </a:r>
              <a:r>
                <a:rPr lang="en-US" sz="1600" b="1" dirty="0">
                  <a:solidFill>
                    <a:schemeClr val="tx1"/>
                  </a:solidFill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962A1BD-D606-655C-9E93-8E6016CA0AEB}"/>
                    </a:ext>
                  </a:extLst>
                </p:cNvPr>
                <p:cNvSpPr/>
                <p:nvPr/>
              </p:nvSpPr>
              <p:spPr>
                <a:xfrm>
                  <a:off x="1951411" y="5752122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962A1BD-D606-655C-9E93-8E6016CA0A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1411" y="5752122"/>
                  <a:ext cx="2008599" cy="297950"/>
                </a:xfrm>
                <a:prstGeom prst="rect">
                  <a:avLst/>
                </a:prstGeom>
                <a:blipFill>
                  <a:blip r:embed="rId5"/>
                  <a:stretch>
                    <a:fillRect t="-10417" b="-3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966767B-222F-EED6-576E-2C749AF94927}"/>
                    </a:ext>
                  </a:extLst>
                </p:cNvPr>
                <p:cNvSpPr/>
                <p:nvPr/>
              </p:nvSpPr>
              <p:spPr>
                <a:xfrm>
                  <a:off x="6498791" y="5553517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966767B-222F-EED6-576E-2C749AF94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791" y="5553517"/>
                  <a:ext cx="2008599" cy="297950"/>
                </a:xfrm>
                <a:prstGeom prst="rect">
                  <a:avLst/>
                </a:prstGeom>
                <a:blipFill>
                  <a:blip r:embed="rId6"/>
                  <a:stretch>
                    <a:fillRect t="-18367" b="-469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6EF81D-5568-A126-5A73-D60EAB1DA68A}"/>
                    </a:ext>
                  </a:extLst>
                </p:cNvPr>
                <p:cNvSpPr/>
                <p:nvPr/>
              </p:nvSpPr>
              <p:spPr>
                <a:xfrm rot="5400000">
                  <a:off x="4427461" y="3998432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6EF81D-5568-A126-5A73-D60EAB1DA6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427461" y="3998432"/>
                  <a:ext cx="545403" cy="282294"/>
                </a:xfrm>
                <a:prstGeom prst="rect">
                  <a:avLst/>
                </a:prstGeom>
                <a:blipFill>
                  <a:blip r:embed="rId7"/>
                  <a:stretch>
                    <a:fillRect l="-36957" r="-17391" b="-444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2F43CF3-38F9-0872-7495-339E87D1C5BC}"/>
                    </a:ext>
                  </a:extLst>
                </p:cNvPr>
                <p:cNvSpPr/>
                <p:nvPr/>
              </p:nvSpPr>
              <p:spPr>
                <a:xfrm>
                  <a:off x="10547913" y="4148786"/>
                  <a:ext cx="608033" cy="2634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2F43CF3-38F9-0872-7495-339E87D1C5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913" y="4148786"/>
                  <a:ext cx="608033" cy="263495"/>
                </a:xfrm>
                <a:prstGeom prst="rect">
                  <a:avLst/>
                </a:prstGeom>
                <a:blipFill>
                  <a:blip r:embed="rId8"/>
                  <a:stretch>
                    <a:fillRect t="-30233" r="-5000" b="-5814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179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D7D43-37A3-7355-7396-F0F7874C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AFD816-5D18-9CCE-E83F-66168716CC26}"/>
              </a:ext>
            </a:extLst>
          </p:cNvPr>
          <p:cNvGrpSpPr/>
          <p:nvPr/>
        </p:nvGrpSpPr>
        <p:grpSpPr>
          <a:xfrm>
            <a:off x="1988559" y="1232313"/>
            <a:ext cx="4162740" cy="3692831"/>
            <a:chOff x="1988559" y="1232313"/>
            <a:chExt cx="4162740" cy="36928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90E14E4-39AA-CDE4-3A1D-88923DA8EBD8}"/>
                </a:ext>
              </a:extLst>
            </p:cNvPr>
            <p:cNvSpPr/>
            <p:nvPr/>
          </p:nvSpPr>
          <p:spPr>
            <a:xfrm>
              <a:off x="5277153" y="1232313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9463EE-F7C6-83F9-9069-F2D758BC7C18}"/>
                </a:ext>
              </a:extLst>
            </p:cNvPr>
            <p:cNvSpPr/>
            <p:nvPr/>
          </p:nvSpPr>
          <p:spPr>
            <a:xfrm>
              <a:off x="3807104" y="203367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4FC79-6E7B-17EA-3A53-06C9877EA877}"/>
                </a:ext>
              </a:extLst>
            </p:cNvPr>
            <p:cNvSpPr/>
            <p:nvPr/>
          </p:nvSpPr>
          <p:spPr>
            <a:xfrm>
              <a:off x="3807104" y="3702725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9C3061-9CDF-92B2-AB0A-22AECB1C86AB}"/>
                </a:ext>
              </a:extLst>
            </p:cNvPr>
            <p:cNvSpPr/>
            <p:nvPr/>
          </p:nvSpPr>
          <p:spPr>
            <a:xfrm>
              <a:off x="1988559" y="3994927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C5B1FEB-60E6-9CCD-C93F-C89636590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05685" y="1903228"/>
              <a:ext cx="699962" cy="3358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37178B-0E91-4A67-812E-AB062E16375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244177" y="2963891"/>
              <a:ext cx="0" cy="738834"/>
            </a:xfrm>
            <a:prstGeom prst="line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A65F30A-4346-1E5B-6A51-17E5D3452F9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862705" y="4231753"/>
              <a:ext cx="944399" cy="148856"/>
            </a:xfrm>
            <a:prstGeom prst="line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32E201-B7A7-BC28-677D-E7FBC28F5CD0}"/>
                    </a:ext>
                  </a:extLst>
                </p:cNvPr>
                <p:cNvSpPr txBox="1"/>
                <p:nvPr/>
              </p:nvSpPr>
              <p:spPr>
                <a:xfrm>
                  <a:off x="4244177" y="3115340"/>
                  <a:ext cx="5597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32E201-B7A7-BC28-677D-E7FBC28F5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177" y="3115340"/>
                  <a:ext cx="559705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DD1B8-13B0-8B4C-F230-AE9329AF7797}"/>
                    </a:ext>
                  </a:extLst>
                </p:cNvPr>
                <p:cNvSpPr txBox="1"/>
                <p:nvPr/>
              </p:nvSpPr>
              <p:spPr>
                <a:xfrm>
                  <a:off x="3053449" y="3785714"/>
                  <a:ext cx="5597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DD1B8-13B0-8B4C-F230-AE9329AF7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3449" y="3785714"/>
                  <a:ext cx="55970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0703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C14989C-28A9-A30C-A009-6300CB600103}"/>
              </a:ext>
            </a:extLst>
          </p:cNvPr>
          <p:cNvGrpSpPr/>
          <p:nvPr/>
        </p:nvGrpSpPr>
        <p:grpSpPr>
          <a:xfrm>
            <a:off x="3122982" y="1342580"/>
            <a:ext cx="3938634" cy="4361325"/>
            <a:chOff x="3122982" y="1342580"/>
            <a:chExt cx="3938634" cy="43613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6A43D85-92BC-740D-DD62-84794F5017BF}"/>
                </a:ext>
              </a:extLst>
            </p:cNvPr>
            <p:cNvSpPr/>
            <p:nvPr/>
          </p:nvSpPr>
          <p:spPr>
            <a:xfrm>
              <a:off x="3122982" y="3125660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0AD719-A8F6-E042-D5D1-B78A2D587F32}"/>
                </a:ext>
              </a:extLst>
            </p:cNvPr>
            <p:cNvSpPr/>
            <p:nvPr/>
          </p:nvSpPr>
          <p:spPr>
            <a:xfrm>
              <a:off x="6187470" y="1342580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FC52AA-6842-0C5C-5152-03CEF527025E}"/>
                </a:ext>
              </a:extLst>
            </p:cNvPr>
            <p:cNvSpPr/>
            <p:nvPr/>
          </p:nvSpPr>
          <p:spPr>
            <a:xfrm>
              <a:off x="5051098" y="3125660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994499-0A9C-7D56-61B4-7BAFD9E5D256}"/>
                </a:ext>
              </a:extLst>
            </p:cNvPr>
            <p:cNvSpPr/>
            <p:nvPr/>
          </p:nvSpPr>
          <p:spPr>
            <a:xfrm>
              <a:off x="6187470" y="4773688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806D798-8420-8D4B-CA6D-B2A5144D35DB}"/>
                </a:ext>
              </a:extLst>
            </p:cNvPr>
            <p:cNvCxnSpPr>
              <a:cxnSpLocks/>
              <a:stCxn id="3" idx="6"/>
              <a:endCxn id="5" idx="2"/>
            </p:cNvCxnSpPr>
            <p:nvPr/>
          </p:nvCxnSpPr>
          <p:spPr>
            <a:xfrm>
              <a:off x="3997128" y="3590769"/>
              <a:ext cx="105397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A2504F-1B6C-EF7A-F4F5-8F7BC1164682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5797228" y="2136570"/>
              <a:ext cx="518258" cy="11253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F29DFE-AF9B-3B8C-518D-45F478AE248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5797228" y="3919650"/>
              <a:ext cx="518258" cy="9902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7923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F389-201D-22C3-4EF6-EF77C15D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A0108-0EAF-A225-37BF-F7DE0F4DA396}"/>
              </a:ext>
            </a:extLst>
          </p:cNvPr>
          <p:cNvGrpSpPr/>
          <p:nvPr/>
        </p:nvGrpSpPr>
        <p:grpSpPr>
          <a:xfrm>
            <a:off x="5118955" y="1525460"/>
            <a:ext cx="3860330" cy="4201305"/>
            <a:chOff x="5118955" y="1525460"/>
            <a:chExt cx="3860330" cy="420130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4200403-F8D5-6400-9556-734B4D416EF1}"/>
                </a:ext>
              </a:extLst>
            </p:cNvPr>
            <p:cNvSpPr/>
            <p:nvPr/>
          </p:nvSpPr>
          <p:spPr>
            <a:xfrm>
              <a:off x="5118955" y="1525460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D49E246-F261-0721-9B24-3B7C13F1C38F}"/>
                </a:ext>
              </a:extLst>
            </p:cNvPr>
            <p:cNvSpPr/>
            <p:nvPr/>
          </p:nvSpPr>
          <p:spPr>
            <a:xfrm>
              <a:off x="8105139" y="308087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BE2CD90-4643-3EDE-DD3B-B1291B4FA25C}"/>
                </a:ext>
              </a:extLst>
            </p:cNvPr>
            <p:cNvSpPr/>
            <p:nvPr/>
          </p:nvSpPr>
          <p:spPr>
            <a:xfrm>
              <a:off x="5748328" y="3205670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31A2C1-3738-802B-C32F-0339A3F2067D}"/>
                </a:ext>
              </a:extLst>
            </p:cNvPr>
            <p:cNvSpPr/>
            <p:nvPr/>
          </p:nvSpPr>
          <p:spPr>
            <a:xfrm>
              <a:off x="7924830" y="4796548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1AD71A6-E025-8781-93CD-9E78153B7828}"/>
                </a:ext>
              </a:extLst>
            </p:cNvPr>
            <p:cNvCxnSpPr>
              <a:cxnSpLocks/>
              <a:stCxn id="3" idx="4"/>
              <a:endCxn id="5" idx="1"/>
            </p:cNvCxnSpPr>
            <p:nvPr/>
          </p:nvCxnSpPr>
          <p:spPr>
            <a:xfrm>
              <a:off x="5556028" y="2455677"/>
              <a:ext cx="320316" cy="88622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13A927-3164-2439-2DA4-66085CD8FBAB}"/>
                </a:ext>
              </a:extLst>
            </p:cNvPr>
            <p:cNvCxnSpPr>
              <a:cxnSpLocks/>
              <a:stCxn id="4" idx="2"/>
              <a:endCxn id="5" idx="6"/>
            </p:cNvCxnSpPr>
            <p:nvPr/>
          </p:nvCxnSpPr>
          <p:spPr>
            <a:xfrm flipH="1">
              <a:off x="6622474" y="3545982"/>
              <a:ext cx="1482665" cy="12479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3C5F6C-F2BD-D104-B37D-586E7039879A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6494458" y="3999660"/>
              <a:ext cx="1558388" cy="9331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175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167C1CD7-901C-058D-0A46-5161C54AC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29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1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 Math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Mok, Ryan</dc:creator>
  <cp:lastModifiedBy>Ryan Mok</cp:lastModifiedBy>
  <cp:revision>15</cp:revision>
  <dcterms:created xsi:type="dcterms:W3CDTF">2025-03-14T12:55:34Z</dcterms:created>
  <dcterms:modified xsi:type="dcterms:W3CDTF">2026-04-29T13:49:27Z</dcterms:modified>
</cp:coreProperties>
</file>